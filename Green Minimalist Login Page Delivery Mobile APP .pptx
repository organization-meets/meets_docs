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937000" cy="8534400"/>
  <p:notesSz cx="6858000" cy="9144000"/>
  <p:embeddedFontLst>
    <p:embeddedFont>
      <p:font typeface="Montserrat" charset="1" panose="00000500000000000000"/>
      <p:regular r:id="rId17"/>
    </p:embeddedFont>
    <p:embeddedFont>
      <p:font typeface="Montserrat Medium" charset="1" panose="00000600000000000000"/>
      <p:regular r:id="rId18"/>
    </p:embeddedFont>
    <p:embeddedFont>
      <p:font typeface="Montserrat Bold" charset="1" panose="00000800000000000000"/>
      <p:regular r:id="rId19"/>
    </p:embeddedFont>
    <p:embeddedFont>
      <p:font typeface="Montserrat Semi-Bold" charset="1" panose="00000700000000000000"/>
      <p:regular r:id="rId20"/>
    </p:embeddedFont>
    <p:embeddedFont>
      <p:font typeface="Canva Sans" charset="1" panose="020B0503030501040103"/>
      <p:regular r:id="rId21"/>
    </p:embeddedFont>
    <p:embeddedFont>
      <p:font typeface="Montserrat Light Italics" charset="1" panose="00000400000000000000"/>
      <p:regular r:id="rId22"/>
    </p:embeddedFont>
    <p:embeddedFont>
      <p:font typeface="Montserrat Italics" charset="1" panose="00000500000000000000"/>
      <p:regular r:id="rId23"/>
    </p:embeddedFont>
    <p:embeddedFont>
      <p:font typeface="Montserrat Bold Italics" charset="1" panose="00000800000000000000"/>
      <p:regular r:id="rId24"/>
    </p:embeddedFont>
    <p:embeddedFont>
      <p:font typeface="Montserrat Light" charset="1" panose="00000400000000000000"/>
      <p:regular r:id="rId25"/>
    </p:embeddedFont>
    <p:embeddedFont>
      <p:font typeface="Open Sans" charset="1" panose="020B0606030504020204"/>
      <p:regular r:id="rId26"/>
    </p:embeddedFont>
    <p:embeddedFont>
      <p:font typeface="Aleo Bold" charset="1" panose="020F0802020204030203"/>
      <p:regular r:id="rId27"/>
    </p:embeddedFont>
    <p:embeddedFont>
      <p:font typeface="Montserrat Light Bold Italics" charset="1" panose="00000800000000000000"/>
      <p:regular r:id="rId28"/>
    </p:embeddedFont>
    <p:embeddedFont>
      <p:font typeface="Aleo Bold Italics" charset="1" panose="020F08020202040302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2" Target="../media/image33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16" Target="../media/image46.png" Type="http://schemas.openxmlformats.org/officeDocument/2006/relationships/image"/><Relationship Id="rId17" Target="../media/image47.svg" Type="http://schemas.openxmlformats.org/officeDocument/2006/relationships/image"/><Relationship Id="rId18" Target="../media/image48.png" Type="http://schemas.openxmlformats.org/officeDocument/2006/relationships/image"/><Relationship Id="rId19" Target="../media/image49.svg" Type="http://schemas.openxmlformats.org/officeDocument/2006/relationships/image"/><Relationship Id="rId2" Target="../media/image13.png" Type="http://schemas.openxmlformats.org/officeDocument/2006/relationships/image"/><Relationship Id="rId20" Target="../media/image50.png" Type="http://schemas.openxmlformats.org/officeDocument/2006/relationships/image"/><Relationship Id="rId21" Target="../media/image51.svg" Type="http://schemas.openxmlformats.org/officeDocument/2006/relationships/image"/><Relationship Id="rId22" Target="../media/image52.png" Type="http://schemas.openxmlformats.org/officeDocument/2006/relationships/image"/><Relationship Id="rId23" Target="../media/image53.svg" Type="http://schemas.openxmlformats.org/officeDocument/2006/relationships/image"/><Relationship Id="rId3" Target="../media/image1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56.jpe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2" Target="../media/image63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56.jpeg" Type="http://schemas.openxmlformats.org/officeDocument/2006/relationships/image"/><Relationship Id="rId12" Target="../media/image70.jpeg" Type="http://schemas.openxmlformats.org/officeDocument/2006/relationships/image"/><Relationship Id="rId13" Target="../media/image71.jpe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69.jpe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9051" y="4442507"/>
            <a:ext cx="3183348" cy="608851"/>
            <a:chOff x="0" y="0"/>
            <a:chExt cx="2124843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9051" y="5212865"/>
            <a:ext cx="3183348" cy="608851"/>
            <a:chOff x="0" y="0"/>
            <a:chExt cx="2124843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6048826"/>
            <a:ext cx="3943350" cy="4184752"/>
            <a:chOff x="0" y="0"/>
            <a:chExt cx="2709333" cy="28751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3" cy="2875192"/>
            </a:xfrm>
            <a:custGeom>
              <a:avLst/>
              <a:gdLst/>
              <a:ahLst/>
              <a:cxnLst/>
              <a:rect r="r" b="b" t="t" l="l"/>
              <a:pathLst>
                <a:path h="2875192" w="2709333">
                  <a:moveTo>
                    <a:pt x="86385" y="0"/>
                  </a:moveTo>
                  <a:lnTo>
                    <a:pt x="2622949" y="0"/>
                  </a:lnTo>
                  <a:cubicBezTo>
                    <a:pt x="2645859" y="0"/>
                    <a:pt x="2667832" y="9101"/>
                    <a:pt x="2684032" y="25301"/>
                  </a:cubicBezTo>
                  <a:cubicBezTo>
                    <a:pt x="2700232" y="41502"/>
                    <a:pt x="2709333" y="63474"/>
                    <a:pt x="2709333" y="86385"/>
                  </a:cubicBezTo>
                  <a:lnTo>
                    <a:pt x="2709333" y="2788807"/>
                  </a:lnTo>
                  <a:cubicBezTo>
                    <a:pt x="2709333" y="2836516"/>
                    <a:pt x="2670658" y="2875192"/>
                    <a:pt x="2622949" y="2875192"/>
                  </a:cubicBezTo>
                  <a:lnTo>
                    <a:pt x="86385" y="2875192"/>
                  </a:lnTo>
                  <a:cubicBezTo>
                    <a:pt x="38676" y="2875192"/>
                    <a:pt x="0" y="2836516"/>
                    <a:pt x="0" y="2788807"/>
                  </a:cubicBezTo>
                  <a:lnTo>
                    <a:pt x="0" y="86385"/>
                  </a:lnTo>
                  <a:cubicBezTo>
                    <a:pt x="0" y="38676"/>
                    <a:pt x="38676" y="0"/>
                    <a:pt x="863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709333" cy="2884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94738" y="6958969"/>
            <a:ext cx="2128272" cy="369787"/>
          </a:xfrm>
          <a:custGeom>
            <a:avLst/>
            <a:gdLst/>
            <a:ahLst/>
            <a:cxnLst/>
            <a:rect r="r" b="b" t="t" l="l"/>
            <a:pathLst>
              <a:path h="369787" w="2128272">
                <a:moveTo>
                  <a:pt x="0" y="0"/>
                </a:moveTo>
                <a:lnTo>
                  <a:pt x="2128273" y="0"/>
                </a:lnTo>
                <a:lnTo>
                  <a:pt x="2128273" y="369788"/>
                </a:lnTo>
                <a:lnTo>
                  <a:pt x="0" y="36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05533" y="6584882"/>
            <a:ext cx="2932283" cy="560832"/>
            <a:chOff x="0" y="0"/>
            <a:chExt cx="2124843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3131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65245" y="7902652"/>
            <a:ext cx="2128272" cy="369787"/>
          </a:xfrm>
          <a:custGeom>
            <a:avLst/>
            <a:gdLst/>
            <a:ahLst/>
            <a:cxnLst/>
            <a:rect r="r" b="b" t="t" l="l"/>
            <a:pathLst>
              <a:path h="369787" w="2128272">
                <a:moveTo>
                  <a:pt x="0" y="0"/>
                </a:moveTo>
                <a:lnTo>
                  <a:pt x="2128272" y="0"/>
                </a:lnTo>
                <a:lnTo>
                  <a:pt x="2128272" y="369787"/>
                </a:lnTo>
                <a:lnTo>
                  <a:pt x="0" y="369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05533" y="7526713"/>
            <a:ext cx="2932283" cy="560832"/>
            <a:chOff x="0" y="0"/>
            <a:chExt cx="2124843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ED2D0"/>
            </a:solidFill>
            <a:ln w="19050" cap="sq">
              <a:gradFill>
                <a:gsLst>
                  <a:gs pos="0">
                    <a:srgbClr val="A9C7C3">
                      <a:alpha val="100000"/>
                    </a:srgbClr>
                  </a:gs>
                  <a:gs pos="100000">
                    <a:srgbClr val="4C8479">
                      <a:alpha val="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99286" y="4687726"/>
            <a:ext cx="123258" cy="166157"/>
          </a:xfrm>
          <a:custGeom>
            <a:avLst/>
            <a:gdLst/>
            <a:ahLst/>
            <a:cxnLst/>
            <a:rect r="r" b="b" t="t" l="l"/>
            <a:pathLst>
              <a:path h="166157" w="123258">
                <a:moveTo>
                  <a:pt x="0" y="0"/>
                </a:moveTo>
                <a:lnTo>
                  <a:pt x="123259" y="0"/>
                </a:lnTo>
                <a:lnTo>
                  <a:pt x="123259" y="166157"/>
                </a:lnTo>
                <a:lnTo>
                  <a:pt x="0" y="166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99286" y="5430384"/>
            <a:ext cx="128305" cy="173812"/>
          </a:xfrm>
          <a:custGeom>
            <a:avLst/>
            <a:gdLst/>
            <a:ahLst/>
            <a:cxnLst/>
            <a:rect r="r" b="b" t="t" l="l"/>
            <a:pathLst>
              <a:path h="173812" w="128305">
                <a:moveTo>
                  <a:pt x="0" y="0"/>
                </a:moveTo>
                <a:lnTo>
                  <a:pt x="128305" y="0"/>
                </a:lnTo>
                <a:lnTo>
                  <a:pt x="128305" y="173812"/>
                </a:lnTo>
                <a:lnTo>
                  <a:pt x="0" y="17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64487" y="410863"/>
            <a:ext cx="301520" cy="75380"/>
          </a:xfrm>
          <a:custGeom>
            <a:avLst/>
            <a:gdLst/>
            <a:ahLst/>
            <a:cxnLst/>
            <a:rect r="r" b="b" t="t" l="l"/>
            <a:pathLst>
              <a:path h="75380" w="301520">
                <a:moveTo>
                  <a:pt x="0" y="0"/>
                </a:moveTo>
                <a:lnTo>
                  <a:pt x="301519" y="0"/>
                </a:lnTo>
                <a:lnTo>
                  <a:pt x="301519" y="75380"/>
                </a:lnTo>
                <a:lnTo>
                  <a:pt x="0" y="75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90725" y="135661"/>
            <a:ext cx="1857388" cy="701164"/>
          </a:xfrm>
          <a:custGeom>
            <a:avLst/>
            <a:gdLst/>
            <a:ahLst/>
            <a:cxnLst/>
            <a:rect r="r" b="b" t="t" l="l"/>
            <a:pathLst>
              <a:path h="701164" w="1857388">
                <a:moveTo>
                  <a:pt x="0" y="0"/>
                </a:moveTo>
                <a:lnTo>
                  <a:pt x="1857388" y="0"/>
                </a:lnTo>
                <a:lnTo>
                  <a:pt x="1857388" y="701164"/>
                </a:lnTo>
                <a:lnTo>
                  <a:pt x="0" y="7011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65566" y="4639722"/>
            <a:ext cx="1528888" cy="22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356">
                <a:solidFill>
                  <a:srgbClr val="FFFFFF">
                    <a:alpha val="61961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5907" y="5396548"/>
            <a:ext cx="1528888" cy="22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356">
                <a:solidFill>
                  <a:srgbClr val="FFFFFF">
                    <a:alpha val="61961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Password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6571" y="6752576"/>
            <a:ext cx="1408307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24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Login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33160" y="7212388"/>
            <a:ext cx="333887" cy="17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8"/>
              </a:lnSpc>
              <a:spcBef>
                <a:spcPct val="0"/>
              </a:spcBef>
            </a:pPr>
            <a:r>
              <a:rPr lang="en-US" sz="1049">
                <a:solidFill>
                  <a:srgbClr val="2B524A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7350" y="7700087"/>
            <a:ext cx="1865507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b="true" sz="1249">
                <a:solidFill>
                  <a:srgbClr val="2B524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Create an account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9334" y="6276405"/>
            <a:ext cx="1582782" cy="165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2"/>
              </a:lnSpc>
              <a:spcBef>
                <a:spcPct val="0"/>
              </a:spcBef>
            </a:pPr>
            <a:r>
              <a:rPr lang="en-US" sz="980">
                <a:solidFill>
                  <a:srgbClr val="2B524A"/>
                </a:solidFill>
                <a:latin typeface="Montserrat"/>
                <a:ea typeface="Montserrat"/>
                <a:cs typeface="Montserrat"/>
                <a:sym typeface="Montserrat"/>
              </a:rPr>
              <a:t>Esqueceu sua senha?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2981" y="7438901"/>
            <a:ext cx="1857388" cy="701164"/>
          </a:xfrm>
          <a:custGeom>
            <a:avLst/>
            <a:gdLst/>
            <a:ahLst/>
            <a:cxnLst/>
            <a:rect r="r" b="b" t="t" l="l"/>
            <a:pathLst>
              <a:path h="701164" w="1857388">
                <a:moveTo>
                  <a:pt x="0" y="0"/>
                </a:moveTo>
                <a:lnTo>
                  <a:pt x="1857388" y="0"/>
                </a:lnTo>
                <a:lnTo>
                  <a:pt x="1857388" y="701164"/>
                </a:lnTo>
                <a:lnTo>
                  <a:pt x="0" y="701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4809" y="3307142"/>
            <a:ext cx="1413733" cy="1192676"/>
          </a:xfrm>
          <a:custGeom>
            <a:avLst/>
            <a:gdLst/>
            <a:ahLst/>
            <a:cxnLst/>
            <a:rect r="r" b="b" t="t" l="l"/>
            <a:pathLst>
              <a:path h="1192676" w="1413733">
                <a:moveTo>
                  <a:pt x="0" y="0"/>
                </a:moveTo>
                <a:lnTo>
                  <a:pt x="1413732" y="0"/>
                </a:lnTo>
                <a:lnTo>
                  <a:pt x="1413732" y="1192677"/>
                </a:lnTo>
                <a:lnTo>
                  <a:pt x="0" y="1192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9442" y="2564631"/>
            <a:ext cx="850793" cy="1202921"/>
          </a:xfrm>
          <a:custGeom>
            <a:avLst/>
            <a:gdLst/>
            <a:ahLst/>
            <a:cxnLst/>
            <a:rect r="r" b="b" t="t" l="l"/>
            <a:pathLst>
              <a:path h="1202921" w="850793">
                <a:moveTo>
                  <a:pt x="0" y="0"/>
                </a:moveTo>
                <a:lnTo>
                  <a:pt x="850793" y="0"/>
                </a:lnTo>
                <a:lnTo>
                  <a:pt x="850793" y="1202921"/>
                </a:lnTo>
                <a:lnTo>
                  <a:pt x="0" y="12029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1670" y="289716"/>
            <a:ext cx="3119682" cy="25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3"/>
              </a:lnSpc>
            </a:pPr>
            <a:r>
              <a:rPr lang="en-US" sz="203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loading screen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71524"/>
            <a:ext cx="3943350" cy="7129882"/>
            <a:chOff x="0" y="0"/>
            <a:chExt cx="2709333" cy="48986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98684"/>
            </a:xfrm>
            <a:custGeom>
              <a:avLst/>
              <a:gdLst/>
              <a:ahLst/>
              <a:cxnLst/>
              <a:rect r="r" b="b" t="t" l="l"/>
              <a:pathLst>
                <a:path h="4898684" w="2709333">
                  <a:moveTo>
                    <a:pt x="86385" y="0"/>
                  </a:moveTo>
                  <a:lnTo>
                    <a:pt x="2622949" y="0"/>
                  </a:lnTo>
                  <a:cubicBezTo>
                    <a:pt x="2645859" y="0"/>
                    <a:pt x="2667832" y="9101"/>
                    <a:pt x="2684032" y="25301"/>
                  </a:cubicBezTo>
                  <a:cubicBezTo>
                    <a:pt x="2700232" y="41502"/>
                    <a:pt x="2709333" y="63474"/>
                    <a:pt x="2709333" y="86385"/>
                  </a:cubicBezTo>
                  <a:lnTo>
                    <a:pt x="2709333" y="4812300"/>
                  </a:lnTo>
                  <a:cubicBezTo>
                    <a:pt x="2709333" y="4860009"/>
                    <a:pt x="2670658" y="4898684"/>
                    <a:pt x="2622949" y="4898684"/>
                  </a:cubicBezTo>
                  <a:lnTo>
                    <a:pt x="86385" y="4898684"/>
                  </a:lnTo>
                  <a:cubicBezTo>
                    <a:pt x="38676" y="4898684"/>
                    <a:pt x="0" y="4860009"/>
                    <a:pt x="0" y="4812300"/>
                  </a:cubicBezTo>
                  <a:lnTo>
                    <a:pt x="0" y="86385"/>
                  </a:lnTo>
                  <a:cubicBezTo>
                    <a:pt x="0" y="38676"/>
                    <a:pt x="38676" y="0"/>
                    <a:pt x="86385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709333" cy="4908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4622" y="270168"/>
            <a:ext cx="196859" cy="196501"/>
          </a:xfrm>
          <a:custGeom>
            <a:avLst/>
            <a:gdLst/>
            <a:ahLst/>
            <a:cxnLst/>
            <a:rect r="r" b="b" t="t" l="l"/>
            <a:pathLst>
              <a:path h="196501" w="196859">
                <a:moveTo>
                  <a:pt x="0" y="0"/>
                </a:moveTo>
                <a:lnTo>
                  <a:pt x="196859" y="0"/>
                </a:lnTo>
                <a:lnTo>
                  <a:pt x="196859" y="196501"/>
                </a:lnTo>
                <a:lnTo>
                  <a:pt x="0" y="196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5533" y="3272708"/>
            <a:ext cx="2932283" cy="560832"/>
            <a:chOff x="0" y="0"/>
            <a:chExt cx="212484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524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5533" y="3982309"/>
            <a:ext cx="2932283" cy="560832"/>
            <a:chOff x="0" y="0"/>
            <a:chExt cx="2124843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524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74203" y="3498587"/>
            <a:ext cx="113537" cy="153053"/>
          </a:xfrm>
          <a:custGeom>
            <a:avLst/>
            <a:gdLst/>
            <a:ahLst/>
            <a:cxnLst/>
            <a:rect r="r" b="b" t="t" l="l"/>
            <a:pathLst>
              <a:path h="153053" w="113537">
                <a:moveTo>
                  <a:pt x="0" y="0"/>
                </a:moveTo>
                <a:lnTo>
                  <a:pt x="113537" y="0"/>
                </a:lnTo>
                <a:lnTo>
                  <a:pt x="113537" y="153053"/>
                </a:lnTo>
                <a:lnTo>
                  <a:pt x="0" y="153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05533" y="4695541"/>
            <a:ext cx="2932283" cy="560832"/>
            <a:chOff x="0" y="0"/>
            <a:chExt cx="2124843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524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4203" y="4895905"/>
            <a:ext cx="118185" cy="160103"/>
          </a:xfrm>
          <a:custGeom>
            <a:avLst/>
            <a:gdLst/>
            <a:ahLst/>
            <a:cxnLst/>
            <a:rect r="r" b="b" t="t" l="l"/>
            <a:pathLst>
              <a:path h="160103" w="118185">
                <a:moveTo>
                  <a:pt x="0" y="0"/>
                </a:moveTo>
                <a:lnTo>
                  <a:pt x="118185" y="0"/>
                </a:lnTo>
                <a:lnTo>
                  <a:pt x="118185" y="160103"/>
                </a:lnTo>
                <a:lnTo>
                  <a:pt x="0" y="160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10938" y="4207651"/>
            <a:ext cx="181450" cy="119097"/>
          </a:xfrm>
          <a:custGeom>
            <a:avLst/>
            <a:gdLst/>
            <a:ahLst/>
            <a:cxnLst/>
            <a:rect r="r" b="b" t="t" l="l"/>
            <a:pathLst>
              <a:path h="119097" w="181450">
                <a:moveTo>
                  <a:pt x="0" y="0"/>
                </a:moveTo>
                <a:lnTo>
                  <a:pt x="181450" y="0"/>
                </a:lnTo>
                <a:lnTo>
                  <a:pt x="181450" y="119098"/>
                </a:lnTo>
                <a:lnTo>
                  <a:pt x="0" y="119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05533" y="6662684"/>
            <a:ext cx="2932283" cy="560832"/>
            <a:chOff x="0" y="0"/>
            <a:chExt cx="2124843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A0F1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1839" y="6250728"/>
            <a:ext cx="149964" cy="149964"/>
            <a:chOff x="0" y="0"/>
            <a:chExt cx="103035" cy="1030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035" cy="103035"/>
            </a:xfrm>
            <a:custGeom>
              <a:avLst/>
              <a:gdLst/>
              <a:ahLst/>
              <a:cxnLst/>
              <a:rect r="r" b="b" t="t" l="l"/>
              <a:pathLst>
                <a:path h="103035" w="103035">
                  <a:moveTo>
                    <a:pt x="51517" y="0"/>
                  </a:moveTo>
                  <a:lnTo>
                    <a:pt x="51517" y="0"/>
                  </a:lnTo>
                  <a:cubicBezTo>
                    <a:pt x="79970" y="0"/>
                    <a:pt x="103035" y="23065"/>
                    <a:pt x="103035" y="51517"/>
                  </a:cubicBezTo>
                  <a:lnTo>
                    <a:pt x="103035" y="51517"/>
                  </a:lnTo>
                  <a:cubicBezTo>
                    <a:pt x="103035" y="79970"/>
                    <a:pt x="79970" y="103035"/>
                    <a:pt x="51517" y="103035"/>
                  </a:cubicBezTo>
                  <a:lnTo>
                    <a:pt x="51517" y="103035"/>
                  </a:lnTo>
                  <a:cubicBezTo>
                    <a:pt x="23065" y="103035"/>
                    <a:pt x="0" y="79970"/>
                    <a:pt x="0" y="51517"/>
                  </a:cubicBezTo>
                  <a:lnTo>
                    <a:pt x="0" y="51517"/>
                  </a:lnTo>
                  <a:cubicBezTo>
                    <a:pt x="0" y="23065"/>
                    <a:pt x="23065" y="0"/>
                    <a:pt x="515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524A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3035" cy="112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92339" y="5449206"/>
            <a:ext cx="2932283" cy="560832"/>
            <a:chOff x="0" y="0"/>
            <a:chExt cx="2124843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524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61008" y="5649570"/>
            <a:ext cx="118185" cy="160103"/>
          </a:xfrm>
          <a:custGeom>
            <a:avLst/>
            <a:gdLst/>
            <a:ahLst/>
            <a:cxnLst/>
            <a:rect r="r" b="b" t="t" l="l"/>
            <a:pathLst>
              <a:path h="160103" w="118185">
                <a:moveTo>
                  <a:pt x="0" y="0"/>
                </a:moveTo>
                <a:lnTo>
                  <a:pt x="118186" y="0"/>
                </a:lnTo>
                <a:lnTo>
                  <a:pt x="118186" y="160104"/>
                </a:lnTo>
                <a:lnTo>
                  <a:pt x="0" y="1601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64487" y="410863"/>
            <a:ext cx="301520" cy="75380"/>
          </a:xfrm>
          <a:custGeom>
            <a:avLst/>
            <a:gdLst/>
            <a:ahLst/>
            <a:cxnLst/>
            <a:rect r="r" b="b" t="t" l="l"/>
            <a:pathLst>
              <a:path h="75380" w="301520">
                <a:moveTo>
                  <a:pt x="0" y="0"/>
                </a:moveTo>
                <a:lnTo>
                  <a:pt x="301519" y="0"/>
                </a:lnTo>
                <a:lnTo>
                  <a:pt x="301519" y="75380"/>
                </a:lnTo>
                <a:lnTo>
                  <a:pt x="0" y="75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41349" y="7433066"/>
            <a:ext cx="406001" cy="406001"/>
          </a:xfrm>
          <a:custGeom>
            <a:avLst/>
            <a:gdLst/>
            <a:ahLst/>
            <a:cxnLst/>
            <a:rect r="r" b="b" t="t" l="l"/>
            <a:pathLst>
              <a:path h="406001" w="406001">
                <a:moveTo>
                  <a:pt x="0" y="0"/>
                </a:moveTo>
                <a:lnTo>
                  <a:pt x="406001" y="0"/>
                </a:lnTo>
                <a:lnTo>
                  <a:pt x="406001" y="406001"/>
                </a:lnTo>
                <a:lnTo>
                  <a:pt x="0" y="406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290041" y="7380087"/>
            <a:ext cx="511960" cy="511960"/>
          </a:xfrm>
          <a:custGeom>
            <a:avLst/>
            <a:gdLst/>
            <a:ahLst/>
            <a:cxnLst/>
            <a:rect r="r" b="b" t="t" l="l"/>
            <a:pathLst>
              <a:path h="511960" w="511960">
                <a:moveTo>
                  <a:pt x="0" y="0"/>
                </a:moveTo>
                <a:lnTo>
                  <a:pt x="511960" y="0"/>
                </a:lnTo>
                <a:lnTo>
                  <a:pt x="511960" y="511960"/>
                </a:lnTo>
                <a:lnTo>
                  <a:pt x="0" y="5119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18135" y="1138405"/>
            <a:ext cx="3119682" cy="85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Realize</a:t>
            </a:r>
          </a:p>
          <a:p>
            <a:pPr algn="l">
              <a:lnSpc>
                <a:spcPts val="336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Seu Cadastro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9482" y="3452866"/>
            <a:ext cx="1408307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  <a:spcBef>
                <a:spcPct val="0"/>
              </a:spcBef>
            </a:pPr>
            <a:r>
              <a:rPr lang="en-US" sz="1249">
                <a:solidFill>
                  <a:srgbClr val="2B524A">
                    <a:alpha val="61961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Nome de Usuário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9007" y="4150003"/>
            <a:ext cx="1408307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  <a:spcBef>
                <a:spcPct val="0"/>
              </a:spcBef>
            </a:pPr>
            <a:r>
              <a:rPr lang="en-US" sz="1249">
                <a:solidFill>
                  <a:srgbClr val="2B524A">
                    <a:alpha val="61961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0875" y="6249641"/>
            <a:ext cx="982760" cy="15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"/>
              </a:lnSpc>
              <a:spcBef>
                <a:spcPct val="0"/>
              </a:spcBef>
            </a:pPr>
            <a:r>
              <a:rPr lang="en-US" sz="880">
                <a:solidFill>
                  <a:srgbClr val="2B524A"/>
                </a:solidFill>
                <a:latin typeface="Montserrat"/>
                <a:ea typeface="Montserrat"/>
                <a:cs typeface="Montserrat"/>
                <a:sym typeface="Montserrat"/>
              </a:rPr>
              <a:t>Concordo com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6571" y="6854602"/>
            <a:ext cx="1408307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24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Sign Up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6632" y="4863235"/>
            <a:ext cx="1408307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  <a:spcBef>
                <a:spcPct val="0"/>
              </a:spcBef>
            </a:pPr>
            <a:r>
              <a:rPr lang="en-US" sz="1249">
                <a:solidFill>
                  <a:srgbClr val="2B524A">
                    <a:alpha val="61961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Senha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78283" y="6249641"/>
            <a:ext cx="1023516" cy="1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"/>
              </a:lnSpc>
              <a:spcBef>
                <a:spcPct val="0"/>
              </a:spcBef>
            </a:pPr>
            <a:r>
              <a:rPr lang="en-US" b="true" sz="880">
                <a:solidFill>
                  <a:srgbClr val="2B524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Termos de uso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6075" y="8043764"/>
            <a:ext cx="1242208" cy="15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"/>
              </a:lnSpc>
              <a:spcBef>
                <a:spcPct val="0"/>
              </a:spcBef>
            </a:pPr>
            <a:r>
              <a:rPr lang="en-US" sz="880">
                <a:solidFill>
                  <a:srgbClr val="2B524A"/>
                </a:solidFill>
                <a:latin typeface="Montserrat"/>
                <a:ea typeface="Montserrat"/>
                <a:cs typeface="Montserrat"/>
                <a:sym typeface="Montserrat"/>
              </a:rPr>
              <a:t>Já tem uma conta?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7704" y="8049070"/>
            <a:ext cx="561554" cy="1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"/>
              </a:lnSpc>
              <a:spcBef>
                <a:spcPct val="0"/>
              </a:spcBef>
            </a:pPr>
            <a:r>
              <a:rPr lang="en-US" b="true" sz="880">
                <a:solidFill>
                  <a:srgbClr val="2B524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Login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63437" y="5616900"/>
            <a:ext cx="1408307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  <a:spcBef>
                <a:spcPct val="0"/>
              </a:spcBef>
            </a:pPr>
            <a:r>
              <a:rPr lang="en-US" sz="1249">
                <a:solidFill>
                  <a:srgbClr val="2B524A">
                    <a:alpha val="61961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Repita a senha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01291"/>
            <a:ext cx="3943350" cy="14012218"/>
            <a:chOff x="0" y="0"/>
            <a:chExt cx="2709333" cy="9627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9627289"/>
            </a:xfrm>
            <a:custGeom>
              <a:avLst/>
              <a:gdLst/>
              <a:ahLst/>
              <a:cxnLst/>
              <a:rect r="r" b="b" t="t" l="l"/>
              <a:pathLst>
                <a:path h="9627289" w="2709333">
                  <a:moveTo>
                    <a:pt x="86385" y="0"/>
                  </a:moveTo>
                  <a:lnTo>
                    <a:pt x="2622949" y="0"/>
                  </a:lnTo>
                  <a:cubicBezTo>
                    <a:pt x="2645859" y="0"/>
                    <a:pt x="2667832" y="9101"/>
                    <a:pt x="2684032" y="25301"/>
                  </a:cubicBezTo>
                  <a:cubicBezTo>
                    <a:pt x="2700232" y="41502"/>
                    <a:pt x="2709333" y="63474"/>
                    <a:pt x="2709333" y="86385"/>
                  </a:cubicBezTo>
                  <a:lnTo>
                    <a:pt x="2709333" y="9540904"/>
                  </a:lnTo>
                  <a:cubicBezTo>
                    <a:pt x="2709333" y="9588613"/>
                    <a:pt x="2670658" y="9627289"/>
                    <a:pt x="2622949" y="9627289"/>
                  </a:cubicBezTo>
                  <a:lnTo>
                    <a:pt x="86385" y="9627289"/>
                  </a:lnTo>
                  <a:cubicBezTo>
                    <a:pt x="38676" y="9627289"/>
                    <a:pt x="0" y="9588613"/>
                    <a:pt x="0" y="9540904"/>
                  </a:cubicBezTo>
                  <a:lnTo>
                    <a:pt x="0" y="86385"/>
                  </a:lnTo>
                  <a:cubicBezTo>
                    <a:pt x="0" y="38676"/>
                    <a:pt x="38676" y="0"/>
                    <a:pt x="86385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709333" cy="9636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28469" y="1246395"/>
            <a:ext cx="486412" cy="658933"/>
          </a:xfrm>
          <a:custGeom>
            <a:avLst/>
            <a:gdLst/>
            <a:ahLst/>
            <a:cxnLst/>
            <a:rect r="r" b="b" t="t" l="l"/>
            <a:pathLst>
              <a:path h="658933" w="486412">
                <a:moveTo>
                  <a:pt x="0" y="0"/>
                </a:moveTo>
                <a:lnTo>
                  <a:pt x="486412" y="0"/>
                </a:lnTo>
                <a:lnTo>
                  <a:pt x="486412" y="658933"/>
                </a:lnTo>
                <a:lnTo>
                  <a:pt x="0" y="65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24622" y="270168"/>
            <a:ext cx="196859" cy="196501"/>
          </a:xfrm>
          <a:custGeom>
            <a:avLst/>
            <a:gdLst/>
            <a:ahLst/>
            <a:cxnLst/>
            <a:rect r="r" b="b" t="t" l="l"/>
            <a:pathLst>
              <a:path h="196501" w="196859">
                <a:moveTo>
                  <a:pt x="0" y="0"/>
                </a:moveTo>
                <a:lnTo>
                  <a:pt x="196859" y="0"/>
                </a:lnTo>
                <a:lnTo>
                  <a:pt x="196859" y="196501"/>
                </a:lnTo>
                <a:lnTo>
                  <a:pt x="0" y="196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05533" y="5128483"/>
            <a:ext cx="2932283" cy="560832"/>
            <a:chOff x="0" y="0"/>
            <a:chExt cx="212484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10938" y="5353825"/>
            <a:ext cx="181450" cy="119097"/>
          </a:xfrm>
          <a:custGeom>
            <a:avLst/>
            <a:gdLst/>
            <a:ahLst/>
            <a:cxnLst/>
            <a:rect r="r" b="b" t="t" l="l"/>
            <a:pathLst>
              <a:path h="119097" w="181450">
                <a:moveTo>
                  <a:pt x="0" y="0"/>
                </a:moveTo>
                <a:lnTo>
                  <a:pt x="181450" y="0"/>
                </a:lnTo>
                <a:lnTo>
                  <a:pt x="181450" y="119098"/>
                </a:lnTo>
                <a:lnTo>
                  <a:pt x="0" y="119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05533" y="5965539"/>
            <a:ext cx="2932283" cy="560832"/>
            <a:chOff x="0" y="0"/>
            <a:chExt cx="2124843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24844" cy="406400"/>
            </a:xfrm>
            <a:custGeom>
              <a:avLst/>
              <a:gdLst/>
              <a:ahLst/>
              <a:cxnLst/>
              <a:rect r="r" b="b" t="t" l="l"/>
              <a:pathLst>
                <a:path h="406400" w="2124844">
                  <a:moveTo>
                    <a:pt x="1921644" y="0"/>
                  </a:moveTo>
                  <a:cubicBezTo>
                    <a:pt x="2033868" y="0"/>
                    <a:pt x="2124844" y="90976"/>
                    <a:pt x="2124844" y="203200"/>
                  </a:cubicBezTo>
                  <a:cubicBezTo>
                    <a:pt x="2124844" y="315424"/>
                    <a:pt x="2033868" y="406400"/>
                    <a:pt x="19216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ED2D0"/>
            </a:solidFill>
            <a:ln w="19050" cap="sq">
              <a:gradFill>
                <a:gsLst>
                  <a:gs pos="0">
                    <a:srgbClr val="A9C7C3">
                      <a:alpha val="100000"/>
                    </a:srgbClr>
                  </a:gs>
                  <a:gs pos="100000">
                    <a:srgbClr val="4C8479">
                      <a:alpha val="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24843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1883457" y="7869555"/>
            <a:ext cx="270510" cy="270510"/>
          </a:xfrm>
          <a:custGeom>
            <a:avLst/>
            <a:gdLst/>
            <a:ahLst/>
            <a:cxnLst/>
            <a:rect r="r" b="b" t="t" l="l"/>
            <a:pathLst>
              <a:path h="270510" w="270510">
                <a:moveTo>
                  <a:pt x="270510" y="0"/>
                </a:moveTo>
                <a:lnTo>
                  <a:pt x="0" y="0"/>
                </a:lnTo>
                <a:lnTo>
                  <a:pt x="0" y="270510"/>
                </a:lnTo>
                <a:lnTo>
                  <a:pt x="270510" y="270510"/>
                </a:lnTo>
                <a:lnTo>
                  <a:pt x="27051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64487" y="410863"/>
            <a:ext cx="301520" cy="75380"/>
          </a:xfrm>
          <a:custGeom>
            <a:avLst/>
            <a:gdLst/>
            <a:ahLst/>
            <a:cxnLst/>
            <a:rect r="r" b="b" t="t" l="l"/>
            <a:pathLst>
              <a:path h="75380" w="301520">
                <a:moveTo>
                  <a:pt x="0" y="0"/>
                </a:moveTo>
                <a:lnTo>
                  <a:pt x="301519" y="0"/>
                </a:lnTo>
                <a:lnTo>
                  <a:pt x="301519" y="75380"/>
                </a:lnTo>
                <a:lnTo>
                  <a:pt x="0" y="75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10938" y="2150673"/>
            <a:ext cx="2271748" cy="43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3434" b="true">
                <a:solidFill>
                  <a:srgbClr val="BA0F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Esqueceu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006" y="2665726"/>
            <a:ext cx="2611337" cy="43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3434">
                <a:solidFill>
                  <a:srgbClr val="2B524A"/>
                </a:solidFill>
                <a:latin typeface="Montserrat"/>
                <a:ea typeface="Montserrat"/>
                <a:cs typeface="Montserrat"/>
                <a:sym typeface="Montserrat"/>
              </a:rPr>
              <a:t>Sua senha?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9159" y="3214105"/>
            <a:ext cx="2108595" cy="41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7"/>
              </a:lnSpc>
              <a:spcBef>
                <a:spcPct val="0"/>
              </a:spcBef>
            </a:pPr>
            <a:r>
              <a:rPr lang="en-US" sz="1176">
                <a:solidFill>
                  <a:srgbClr val="2B524A"/>
                </a:solidFill>
                <a:latin typeface="Montserrat"/>
                <a:ea typeface="Montserrat"/>
                <a:cs typeface="Montserrat"/>
                <a:sym typeface="Montserrat"/>
              </a:rPr>
              <a:t>Não se preocupe, use seu email para recuperar!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9007" y="5296177"/>
            <a:ext cx="1408307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  <a:spcBef>
                <a:spcPct val="0"/>
              </a:spcBef>
            </a:pPr>
            <a:r>
              <a:rPr lang="en-US" sz="1249">
                <a:solidFill>
                  <a:srgbClr val="FFFFFF">
                    <a:alpha val="61961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Insira seu email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006" y="4819820"/>
            <a:ext cx="565639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  <a:spcBef>
                <a:spcPct val="0"/>
              </a:spcBef>
            </a:pPr>
            <a:r>
              <a:rPr lang="en-US" sz="124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7350" y="6138913"/>
            <a:ext cx="1865507" cy="20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b="true" sz="1249">
                <a:solidFill>
                  <a:srgbClr val="2B524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Reset de senha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5575" y="7155021"/>
            <a:ext cx="1500048" cy="23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403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Volte para Login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235" y="-94528"/>
            <a:ext cx="3806880" cy="8628928"/>
          </a:xfrm>
          <a:custGeom>
            <a:avLst/>
            <a:gdLst/>
            <a:ahLst/>
            <a:cxnLst/>
            <a:rect r="r" b="b" t="t" l="l"/>
            <a:pathLst>
              <a:path h="8628928" w="3806880">
                <a:moveTo>
                  <a:pt x="0" y="0"/>
                </a:moveTo>
                <a:lnTo>
                  <a:pt x="3806880" y="0"/>
                </a:lnTo>
                <a:lnTo>
                  <a:pt x="3806880" y="8628928"/>
                </a:lnTo>
                <a:lnTo>
                  <a:pt x="0" y="8628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4835746"/>
            <a:ext cx="3943350" cy="9671491"/>
            <a:chOff x="0" y="0"/>
            <a:chExt cx="2709333" cy="66449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3" cy="6644932"/>
            </a:xfrm>
            <a:custGeom>
              <a:avLst/>
              <a:gdLst/>
              <a:ahLst/>
              <a:cxnLst/>
              <a:rect r="r" b="b" t="t" l="l"/>
              <a:pathLst>
                <a:path h="6644932" w="2709333">
                  <a:moveTo>
                    <a:pt x="86385" y="0"/>
                  </a:moveTo>
                  <a:lnTo>
                    <a:pt x="2622949" y="0"/>
                  </a:lnTo>
                  <a:cubicBezTo>
                    <a:pt x="2645859" y="0"/>
                    <a:pt x="2667832" y="9101"/>
                    <a:pt x="2684032" y="25301"/>
                  </a:cubicBezTo>
                  <a:cubicBezTo>
                    <a:pt x="2700232" y="41502"/>
                    <a:pt x="2709333" y="63474"/>
                    <a:pt x="2709333" y="86385"/>
                  </a:cubicBezTo>
                  <a:lnTo>
                    <a:pt x="2709333" y="6558548"/>
                  </a:lnTo>
                  <a:cubicBezTo>
                    <a:pt x="2709333" y="6606256"/>
                    <a:pt x="2670658" y="6644932"/>
                    <a:pt x="2622949" y="6644932"/>
                  </a:cubicBezTo>
                  <a:lnTo>
                    <a:pt x="86385" y="6644932"/>
                  </a:lnTo>
                  <a:cubicBezTo>
                    <a:pt x="38676" y="6644932"/>
                    <a:pt x="0" y="6606256"/>
                    <a:pt x="0" y="6558548"/>
                  </a:cubicBezTo>
                  <a:lnTo>
                    <a:pt x="0" y="86385"/>
                  </a:lnTo>
                  <a:cubicBezTo>
                    <a:pt x="0" y="38676"/>
                    <a:pt x="38676" y="0"/>
                    <a:pt x="8638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709333" cy="6654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424622" y="270168"/>
            <a:ext cx="196859" cy="196501"/>
          </a:xfrm>
          <a:custGeom>
            <a:avLst/>
            <a:gdLst/>
            <a:ahLst/>
            <a:cxnLst/>
            <a:rect r="r" b="b" t="t" l="l"/>
            <a:pathLst>
              <a:path h="196501" w="196859">
                <a:moveTo>
                  <a:pt x="0" y="0"/>
                </a:moveTo>
                <a:lnTo>
                  <a:pt x="196859" y="0"/>
                </a:lnTo>
                <a:lnTo>
                  <a:pt x="196859" y="196501"/>
                </a:lnTo>
                <a:lnTo>
                  <a:pt x="0" y="196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4487" y="410863"/>
            <a:ext cx="301520" cy="75380"/>
          </a:xfrm>
          <a:custGeom>
            <a:avLst/>
            <a:gdLst/>
            <a:ahLst/>
            <a:cxnLst/>
            <a:rect r="r" b="b" t="t" l="l"/>
            <a:pathLst>
              <a:path h="75380" w="301520">
                <a:moveTo>
                  <a:pt x="0" y="0"/>
                </a:moveTo>
                <a:lnTo>
                  <a:pt x="301519" y="0"/>
                </a:lnTo>
                <a:lnTo>
                  <a:pt x="301519" y="75380"/>
                </a:lnTo>
                <a:lnTo>
                  <a:pt x="0" y="75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6961" y="7651514"/>
            <a:ext cx="715664" cy="71566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6948" y="7651514"/>
            <a:ext cx="715664" cy="71566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71516">
                <a:alpha val="784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86935" y="7651514"/>
            <a:ext cx="715664" cy="71566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1212">
                <a:alpha val="7843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40724" y="7651514"/>
            <a:ext cx="715664" cy="7156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1212">
                <a:alpha val="7843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074570" y="7651514"/>
            <a:ext cx="647974" cy="647974"/>
          </a:xfrm>
          <a:custGeom>
            <a:avLst/>
            <a:gdLst/>
            <a:ahLst/>
            <a:cxnLst/>
            <a:rect r="r" b="b" t="t" l="l"/>
            <a:pathLst>
              <a:path h="647974" w="647974">
                <a:moveTo>
                  <a:pt x="0" y="0"/>
                </a:moveTo>
                <a:lnTo>
                  <a:pt x="647973" y="0"/>
                </a:lnTo>
                <a:lnTo>
                  <a:pt x="647973" y="647974"/>
                </a:lnTo>
                <a:lnTo>
                  <a:pt x="0" y="6479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55844" y="7770410"/>
            <a:ext cx="477872" cy="477872"/>
          </a:xfrm>
          <a:custGeom>
            <a:avLst/>
            <a:gdLst/>
            <a:ahLst/>
            <a:cxnLst/>
            <a:rect r="r" b="b" t="t" l="l"/>
            <a:pathLst>
              <a:path h="477872" w="477872">
                <a:moveTo>
                  <a:pt x="0" y="0"/>
                </a:moveTo>
                <a:lnTo>
                  <a:pt x="477873" y="0"/>
                </a:lnTo>
                <a:lnTo>
                  <a:pt x="477873" y="477872"/>
                </a:lnTo>
                <a:lnTo>
                  <a:pt x="0" y="4778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181933" y="7746512"/>
            <a:ext cx="525668" cy="525668"/>
          </a:xfrm>
          <a:custGeom>
            <a:avLst/>
            <a:gdLst/>
            <a:ahLst/>
            <a:cxnLst/>
            <a:rect r="r" b="b" t="t" l="l"/>
            <a:pathLst>
              <a:path h="525668" w="525668">
                <a:moveTo>
                  <a:pt x="0" y="0"/>
                </a:moveTo>
                <a:lnTo>
                  <a:pt x="525668" y="0"/>
                </a:lnTo>
                <a:lnTo>
                  <a:pt x="525668" y="525668"/>
                </a:lnTo>
                <a:lnTo>
                  <a:pt x="0" y="5256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19435" y="7783988"/>
            <a:ext cx="450716" cy="450716"/>
          </a:xfrm>
          <a:custGeom>
            <a:avLst/>
            <a:gdLst/>
            <a:ahLst/>
            <a:cxnLst/>
            <a:rect r="r" b="b" t="t" l="l"/>
            <a:pathLst>
              <a:path h="450716" w="450716">
                <a:moveTo>
                  <a:pt x="0" y="0"/>
                </a:moveTo>
                <a:lnTo>
                  <a:pt x="450717" y="0"/>
                </a:lnTo>
                <a:lnTo>
                  <a:pt x="450717" y="450716"/>
                </a:lnTo>
                <a:lnTo>
                  <a:pt x="0" y="450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2617016" y="3753937"/>
            <a:ext cx="931999" cy="465999"/>
          </a:xfrm>
          <a:custGeom>
            <a:avLst/>
            <a:gdLst/>
            <a:ahLst/>
            <a:cxnLst/>
            <a:rect r="r" b="b" t="t" l="l"/>
            <a:pathLst>
              <a:path h="465999" w="931999">
                <a:moveTo>
                  <a:pt x="931999" y="0"/>
                </a:moveTo>
                <a:lnTo>
                  <a:pt x="0" y="0"/>
                </a:lnTo>
                <a:lnTo>
                  <a:pt x="0" y="465999"/>
                </a:lnTo>
                <a:lnTo>
                  <a:pt x="931999" y="465999"/>
                </a:lnTo>
                <a:lnTo>
                  <a:pt x="931999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19435" y="658770"/>
            <a:ext cx="3442393" cy="280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menus</a:t>
            </a:r>
          </a:p>
          <a:p>
            <a:pPr algn="l">
              <a:lnSpc>
                <a:spcPts val="3365"/>
              </a:lnSpc>
            </a:pPr>
          </a:p>
          <a:p>
            <a:pPr algn="l">
              <a:lnSpc>
                <a:spcPts val="391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-postar</a:t>
            </a:r>
          </a:p>
          <a:p>
            <a:pPr algn="l">
              <a:lnSpc>
                <a:spcPts val="391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-buscar</a:t>
            </a:r>
          </a:p>
          <a:p>
            <a:pPr algn="l">
              <a:lnSpc>
                <a:spcPts val="391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-feed</a:t>
            </a:r>
          </a:p>
          <a:p>
            <a:pPr algn="l">
              <a:lnSpc>
                <a:spcPts val="391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-perfil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5322" y="4204652"/>
            <a:ext cx="454581" cy="11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  <a:spcBef>
                <a:spcPct val="0"/>
              </a:spcBef>
            </a:pP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dark mode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81208" y="4238625"/>
            <a:ext cx="1039297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dark mode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253175"/>
            <a:ext cx="3943350" cy="6799256"/>
            <a:chOff x="0" y="0"/>
            <a:chExt cx="2709333" cy="4671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671523"/>
            </a:xfrm>
            <a:custGeom>
              <a:avLst/>
              <a:gdLst/>
              <a:ahLst/>
              <a:cxnLst/>
              <a:rect r="r" b="b" t="t" l="l"/>
              <a:pathLst>
                <a:path h="4671523" w="2709333">
                  <a:moveTo>
                    <a:pt x="86385" y="0"/>
                  </a:moveTo>
                  <a:lnTo>
                    <a:pt x="2622949" y="0"/>
                  </a:lnTo>
                  <a:cubicBezTo>
                    <a:pt x="2645859" y="0"/>
                    <a:pt x="2667832" y="9101"/>
                    <a:pt x="2684032" y="25301"/>
                  </a:cubicBezTo>
                  <a:cubicBezTo>
                    <a:pt x="2700232" y="41502"/>
                    <a:pt x="2709333" y="63474"/>
                    <a:pt x="2709333" y="86385"/>
                  </a:cubicBezTo>
                  <a:lnTo>
                    <a:pt x="2709333" y="4585138"/>
                  </a:lnTo>
                  <a:cubicBezTo>
                    <a:pt x="2709333" y="4632847"/>
                    <a:pt x="2670658" y="4671523"/>
                    <a:pt x="2622949" y="4671523"/>
                  </a:cubicBezTo>
                  <a:lnTo>
                    <a:pt x="86385" y="4671523"/>
                  </a:lnTo>
                  <a:cubicBezTo>
                    <a:pt x="38676" y="4671523"/>
                    <a:pt x="0" y="4632847"/>
                    <a:pt x="0" y="4585138"/>
                  </a:cubicBezTo>
                  <a:lnTo>
                    <a:pt x="0" y="86385"/>
                  </a:lnTo>
                  <a:cubicBezTo>
                    <a:pt x="0" y="38676"/>
                    <a:pt x="38676" y="0"/>
                    <a:pt x="86385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709333" cy="4681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4622" y="270168"/>
            <a:ext cx="196859" cy="196501"/>
          </a:xfrm>
          <a:custGeom>
            <a:avLst/>
            <a:gdLst/>
            <a:ahLst/>
            <a:cxnLst/>
            <a:rect r="r" b="b" t="t" l="l"/>
            <a:pathLst>
              <a:path h="196501" w="196859">
                <a:moveTo>
                  <a:pt x="0" y="0"/>
                </a:moveTo>
                <a:lnTo>
                  <a:pt x="196859" y="0"/>
                </a:lnTo>
                <a:lnTo>
                  <a:pt x="196859" y="196501"/>
                </a:lnTo>
                <a:lnTo>
                  <a:pt x="0" y="196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4487" y="410863"/>
            <a:ext cx="301520" cy="75380"/>
          </a:xfrm>
          <a:custGeom>
            <a:avLst/>
            <a:gdLst/>
            <a:ahLst/>
            <a:cxnLst/>
            <a:rect r="r" b="b" t="t" l="l"/>
            <a:pathLst>
              <a:path h="75380" w="301520">
                <a:moveTo>
                  <a:pt x="0" y="0"/>
                </a:moveTo>
                <a:lnTo>
                  <a:pt x="301519" y="0"/>
                </a:lnTo>
                <a:lnTo>
                  <a:pt x="301519" y="75380"/>
                </a:lnTo>
                <a:lnTo>
                  <a:pt x="0" y="7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6961" y="7651514"/>
            <a:ext cx="715664" cy="7156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6948" y="7651514"/>
            <a:ext cx="715664" cy="7156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86935" y="7651514"/>
            <a:ext cx="715664" cy="71566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40724" y="7651514"/>
            <a:ext cx="715664" cy="71566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074570" y="7651514"/>
            <a:ext cx="647974" cy="647974"/>
          </a:xfrm>
          <a:custGeom>
            <a:avLst/>
            <a:gdLst/>
            <a:ahLst/>
            <a:cxnLst/>
            <a:rect r="r" b="b" t="t" l="l"/>
            <a:pathLst>
              <a:path h="647974" w="647974">
                <a:moveTo>
                  <a:pt x="0" y="0"/>
                </a:moveTo>
                <a:lnTo>
                  <a:pt x="647973" y="0"/>
                </a:lnTo>
                <a:lnTo>
                  <a:pt x="647973" y="647974"/>
                </a:lnTo>
                <a:lnTo>
                  <a:pt x="0" y="647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55844" y="7770410"/>
            <a:ext cx="477872" cy="477872"/>
          </a:xfrm>
          <a:custGeom>
            <a:avLst/>
            <a:gdLst/>
            <a:ahLst/>
            <a:cxnLst/>
            <a:rect r="r" b="b" t="t" l="l"/>
            <a:pathLst>
              <a:path h="477872" w="477872">
                <a:moveTo>
                  <a:pt x="0" y="0"/>
                </a:moveTo>
                <a:lnTo>
                  <a:pt x="477873" y="0"/>
                </a:lnTo>
                <a:lnTo>
                  <a:pt x="477873" y="477872"/>
                </a:lnTo>
                <a:lnTo>
                  <a:pt x="0" y="477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181933" y="7746512"/>
            <a:ext cx="525668" cy="525668"/>
          </a:xfrm>
          <a:custGeom>
            <a:avLst/>
            <a:gdLst/>
            <a:ahLst/>
            <a:cxnLst/>
            <a:rect r="r" b="b" t="t" l="l"/>
            <a:pathLst>
              <a:path h="525668" w="525668">
                <a:moveTo>
                  <a:pt x="0" y="0"/>
                </a:moveTo>
                <a:lnTo>
                  <a:pt x="525668" y="0"/>
                </a:lnTo>
                <a:lnTo>
                  <a:pt x="525668" y="525668"/>
                </a:lnTo>
                <a:lnTo>
                  <a:pt x="0" y="5256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19435" y="7783988"/>
            <a:ext cx="450716" cy="450716"/>
          </a:xfrm>
          <a:custGeom>
            <a:avLst/>
            <a:gdLst/>
            <a:ahLst/>
            <a:cxnLst/>
            <a:rect r="r" b="b" t="t" l="l"/>
            <a:pathLst>
              <a:path h="450716" w="450716">
                <a:moveTo>
                  <a:pt x="0" y="0"/>
                </a:moveTo>
                <a:lnTo>
                  <a:pt x="450717" y="0"/>
                </a:lnTo>
                <a:lnTo>
                  <a:pt x="450717" y="450716"/>
                </a:lnTo>
                <a:lnTo>
                  <a:pt x="0" y="4507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8832" y="3765068"/>
            <a:ext cx="1396682" cy="1234159"/>
          </a:xfrm>
          <a:custGeom>
            <a:avLst/>
            <a:gdLst/>
            <a:ahLst/>
            <a:cxnLst/>
            <a:rect r="r" b="b" t="t" l="l"/>
            <a:pathLst>
              <a:path h="1234159" w="1396682">
                <a:moveTo>
                  <a:pt x="0" y="0"/>
                </a:moveTo>
                <a:lnTo>
                  <a:pt x="1396682" y="0"/>
                </a:lnTo>
                <a:lnTo>
                  <a:pt x="1396682" y="1234159"/>
                </a:lnTo>
                <a:lnTo>
                  <a:pt x="0" y="1234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102840" y="3765068"/>
            <a:ext cx="1396682" cy="1234159"/>
          </a:xfrm>
          <a:custGeom>
            <a:avLst/>
            <a:gdLst/>
            <a:ahLst/>
            <a:cxnLst/>
            <a:rect r="r" b="b" t="t" l="l"/>
            <a:pathLst>
              <a:path h="1234159" w="1396682">
                <a:moveTo>
                  <a:pt x="0" y="0"/>
                </a:moveTo>
                <a:lnTo>
                  <a:pt x="1396682" y="0"/>
                </a:lnTo>
                <a:lnTo>
                  <a:pt x="1396682" y="1234159"/>
                </a:lnTo>
                <a:lnTo>
                  <a:pt x="0" y="12341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102840" y="5459898"/>
            <a:ext cx="1396682" cy="1234159"/>
          </a:xfrm>
          <a:custGeom>
            <a:avLst/>
            <a:gdLst/>
            <a:ahLst/>
            <a:cxnLst/>
            <a:rect r="r" b="b" t="t" l="l"/>
            <a:pathLst>
              <a:path h="1234159" w="1396682">
                <a:moveTo>
                  <a:pt x="0" y="0"/>
                </a:moveTo>
                <a:lnTo>
                  <a:pt x="1396682" y="0"/>
                </a:lnTo>
                <a:lnTo>
                  <a:pt x="1396682" y="1234159"/>
                </a:lnTo>
                <a:lnTo>
                  <a:pt x="0" y="12341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94335" y="5459898"/>
            <a:ext cx="1396682" cy="1234159"/>
          </a:xfrm>
          <a:custGeom>
            <a:avLst/>
            <a:gdLst/>
            <a:ahLst/>
            <a:cxnLst/>
            <a:rect r="r" b="b" t="t" l="l"/>
            <a:pathLst>
              <a:path h="1234159" w="1396682">
                <a:moveTo>
                  <a:pt x="0" y="0"/>
                </a:moveTo>
                <a:lnTo>
                  <a:pt x="1396682" y="0"/>
                </a:lnTo>
                <a:lnTo>
                  <a:pt x="1396682" y="1234159"/>
                </a:lnTo>
                <a:lnTo>
                  <a:pt x="0" y="12341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453046" y="4167648"/>
            <a:ext cx="815034" cy="505321"/>
          </a:xfrm>
          <a:custGeom>
            <a:avLst/>
            <a:gdLst/>
            <a:ahLst/>
            <a:cxnLst/>
            <a:rect r="r" b="b" t="t" l="l"/>
            <a:pathLst>
              <a:path h="505321" w="815034">
                <a:moveTo>
                  <a:pt x="0" y="0"/>
                </a:moveTo>
                <a:lnTo>
                  <a:pt x="815034" y="0"/>
                </a:lnTo>
                <a:lnTo>
                  <a:pt x="815034" y="505321"/>
                </a:lnTo>
                <a:lnTo>
                  <a:pt x="0" y="50532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251114" y="5862703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3"/>
                </a:lnTo>
                <a:lnTo>
                  <a:pt x="0" y="50199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842298" y="5828028"/>
            <a:ext cx="506765" cy="524898"/>
          </a:xfrm>
          <a:custGeom>
            <a:avLst/>
            <a:gdLst/>
            <a:ahLst/>
            <a:cxnLst/>
            <a:rect r="r" b="b" t="t" l="l"/>
            <a:pathLst>
              <a:path h="524898" w="506765">
                <a:moveTo>
                  <a:pt x="0" y="0"/>
                </a:moveTo>
                <a:lnTo>
                  <a:pt x="506765" y="0"/>
                </a:lnTo>
                <a:lnTo>
                  <a:pt x="506765" y="524897"/>
                </a:lnTo>
                <a:lnTo>
                  <a:pt x="0" y="52489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64487" y="1040618"/>
            <a:ext cx="3442393" cy="85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crie uma postagem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6898" y="3393805"/>
            <a:ext cx="58054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camera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53275" y="3393805"/>
            <a:ext cx="41457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video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4785" y="5151627"/>
            <a:ext cx="535781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upload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86813" y="5120977"/>
            <a:ext cx="94749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link ou texto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503870"/>
            <a:ext cx="3943350" cy="7129882"/>
            <a:chOff x="0" y="0"/>
            <a:chExt cx="2709333" cy="48986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98684"/>
            </a:xfrm>
            <a:custGeom>
              <a:avLst/>
              <a:gdLst/>
              <a:ahLst/>
              <a:cxnLst/>
              <a:rect r="r" b="b" t="t" l="l"/>
              <a:pathLst>
                <a:path h="4898684" w="2709333">
                  <a:moveTo>
                    <a:pt x="86385" y="0"/>
                  </a:moveTo>
                  <a:lnTo>
                    <a:pt x="2622949" y="0"/>
                  </a:lnTo>
                  <a:cubicBezTo>
                    <a:pt x="2645859" y="0"/>
                    <a:pt x="2667832" y="9101"/>
                    <a:pt x="2684032" y="25301"/>
                  </a:cubicBezTo>
                  <a:cubicBezTo>
                    <a:pt x="2700232" y="41502"/>
                    <a:pt x="2709333" y="63474"/>
                    <a:pt x="2709333" y="86385"/>
                  </a:cubicBezTo>
                  <a:lnTo>
                    <a:pt x="2709333" y="4812300"/>
                  </a:lnTo>
                  <a:cubicBezTo>
                    <a:pt x="2709333" y="4860009"/>
                    <a:pt x="2670658" y="4898684"/>
                    <a:pt x="2622949" y="4898684"/>
                  </a:cubicBezTo>
                  <a:lnTo>
                    <a:pt x="86385" y="4898684"/>
                  </a:lnTo>
                  <a:cubicBezTo>
                    <a:pt x="38676" y="4898684"/>
                    <a:pt x="0" y="4860009"/>
                    <a:pt x="0" y="4812300"/>
                  </a:cubicBezTo>
                  <a:lnTo>
                    <a:pt x="0" y="86385"/>
                  </a:lnTo>
                  <a:cubicBezTo>
                    <a:pt x="0" y="38676"/>
                    <a:pt x="38676" y="0"/>
                    <a:pt x="86385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709333" cy="4908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4622" y="270168"/>
            <a:ext cx="196859" cy="196501"/>
          </a:xfrm>
          <a:custGeom>
            <a:avLst/>
            <a:gdLst/>
            <a:ahLst/>
            <a:cxnLst/>
            <a:rect r="r" b="b" t="t" l="l"/>
            <a:pathLst>
              <a:path h="196501" w="196859">
                <a:moveTo>
                  <a:pt x="0" y="0"/>
                </a:moveTo>
                <a:lnTo>
                  <a:pt x="196859" y="0"/>
                </a:lnTo>
                <a:lnTo>
                  <a:pt x="196859" y="196501"/>
                </a:lnTo>
                <a:lnTo>
                  <a:pt x="0" y="196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4487" y="410863"/>
            <a:ext cx="301520" cy="75380"/>
          </a:xfrm>
          <a:custGeom>
            <a:avLst/>
            <a:gdLst/>
            <a:ahLst/>
            <a:cxnLst/>
            <a:rect r="r" b="b" t="t" l="l"/>
            <a:pathLst>
              <a:path h="75380" w="301520">
                <a:moveTo>
                  <a:pt x="0" y="0"/>
                </a:moveTo>
                <a:lnTo>
                  <a:pt x="301519" y="0"/>
                </a:lnTo>
                <a:lnTo>
                  <a:pt x="301519" y="75380"/>
                </a:lnTo>
                <a:lnTo>
                  <a:pt x="0" y="7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7296119"/>
            <a:ext cx="3936844" cy="3823464"/>
          </a:xfrm>
          <a:custGeom>
            <a:avLst/>
            <a:gdLst/>
            <a:ahLst/>
            <a:cxnLst/>
            <a:rect r="r" b="b" t="t" l="l"/>
            <a:pathLst>
              <a:path h="3823464" w="3936844">
                <a:moveTo>
                  <a:pt x="0" y="0"/>
                </a:moveTo>
                <a:lnTo>
                  <a:pt x="3936844" y="0"/>
                </a:lnTo>
                <a:lnTo>
                  <a:pt x="3936844" y="3823464"/>
                </a:lnTo>
                <a:lnTo>
                  <a:pt x="0" y="3823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6961" y="7782233"/>
            <a:ext cx="715664" cy="71566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6948" y="7782233"/>
            <a:ext cx="715664" cy="71566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86935" y="7782233"/>
            <a:ext cx="715664" cy="71566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40724" y="7782233"/>
            <a:ext cx="715664" cy="7156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074570" y="7782233"/>
            <a:ext cx="647974" cy="647974"/>
          </a:xfrm>
          <a:custGeom>
            <a:avLst/>
            <a:gdLst/>
            <a:ahLst/>
            <a:cxnLst/>
            <a:rect r="r" b="b" t="t" l="l"/>
            <a:pathLst>
              <a:path h="647974" w="647974">
                <a:moveTo>
                  <a:pt x="0" y="0"/>
                </a:moveTo>
                <a:lnTo>
                  <a:pt x="647973" y="0"/>
                </a:lnTo>
                <a:lnTo>
                  <a:pt x="647973" y="647974"/>
                </a:lnTo>
                <a:lnTo>
                  <a:pt x="0" y="647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55844" y="7901129"/>
            <a:ext cx="477872" cy="477872"/>
          </a:xfrm>
          <a:custGeom>
            <a:avLst/>
            <a:gdLst/>
            <a:ahLst/>
            <a:cxnLst/>
            <a:rect r="r" b="b" t="t" l="l"/>
            <a:pathLst>
              <a:path h="477872" w="477872">
                <a:moveTo>
                  <a:pt x="0" y="0"/>
                </a:moveTo>
                <a:lnTo>
                  <a:pt x="477873" y="0"/>
                </a:lnTo>
                <a:lnTo>
                  <a:pt x="477873" y="477872"/>
                </a:lnTo>
                <a:lnTo>
                  <a:pt x="0" y="4778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181933" y="7877231"/>
            <a:ext cx="525668" cy="525668"/>
          </a:xfrm>
          <a:custGeom>
            <a:avLst/>
            <a:gdLst/>
            <a:ahLst/>
            <a:cxnLst/>
            <a:rect r="r" b="b" t="t" l="l"/>
            <a:pathLst>
              <a:path h="525668" w="525668">
                <a:moveTo>
                  <a:pt x="0" y="0"/>
                </a:moveTo>
                <a:lnTo>
                  <a:pt x="525668" y="0"/>
                </a:lnTo>
                <a:lnTo>
                  <a:pt x="525668" y="525668"/>
                </a:lnTo>
                <a:lnTo>
                  <a:pt x="0" y="5256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19435" y="7914707"/>
            <a:ext cx="450716" cy="450716"/>
          </a:xfrm>
          <a:custGeom>
            <a:avLst/>
            <a:gdLst/>
            <a:ahLst/>
            <a:cxnLst/>
            <a:rect r="r" b="b" t="t" l="l"/>
            <a:pathLst>
              <a:path h="450716" w="450716">
                <a:moveTo>
                  <a:pt x="0" y="0"/>
                </a:moveTo>
                <a:lnTo>
                  <a:pt x="450717" y="0"/>
                </a:lnTo>
                <a:lnTo>
                  <a:pt x="450717" y="450716"/>
                </a:lnTo>
                <a:lnTo>
                  <a:pt x="0" y="4507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847220" y="3882772"/>
            <a:ext cx="2235237" cy="223523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46358" y="0"/>
                  </a:moveTo>
                  <a:lnTo>
                    <a:pt x="466442" y="0"/>
                  </a:lnTo>
                  <a:cubicBezTo>
                    <a:pt x="558302" y="0"/>
                    <a:pt x="646399" y="36491"/>
                    <a:pt x="711354" y="101446"/>
                  </a:cubicBezTo>
                  <a:cubicBezTo>
                    <a:pt x="776309" y="166401"/>
                    <a:pt x="812800" y="254498"/>
                    <a:pt x="812800" y="346358"/>
                  </a:cubicBezTo>
                  <a:lnTo>
                    <a:pt x="812800" y="466442"/>
                  </a:lnTo>
                  <a:cubicBezTo>
                    <a:pt x="812800" y="558302"/>
                    <a:pt x="776309" y="646399"/>
                    <a:pt x="711354" y="711354"/>
                  </a:cubicBezTo>
                  <a:cubicBezTo>
                    <a:pt x="646399" y="776309"/>
                    <a:pt x="558302" y="812800"/>
                    <a:pt x="466442" y="812800"/>
                  </a:cubicBezTo>
                  <a:lnTo>
                    <a:pt x="346358" y="812800"/>
                  </a:lnTo>
                  <a:cubicBezTo>
                    <a:pt x="254498" y="812800"/>
                    <a:pt x="166401" y="776309"/>
                    <a:pt x="101446" y="711354"/>
                  </a:cubicBezTo>
                  <a:cubicBezTo>
                    <a:pt x="36491" y="646399"/>
                    <a:pt x="0" y="558302"/>
                    <a:pt x="0" y="466442"/>
                  </a:cubicBezTo>
                  <a:lnTo>
                    <a:pt x="0" y="346358"/>
                  </a:lnTo>
                  <a:cubicBezTo>
                    <a:pt x="0" y="254498"/>
                    <a:pt x="36491" y="166401"/>
                    <a:pt x="101446" y="101446"/>
                  </a:cubicBezTo>
                  <a:cubicBezTo>
                    <a:pt x="166401" y="36491"/>
                    <a:pt x="254498" y="0"/>
                    <a:pt x="346358" y="0"/>
                  </a:cubicBezTo>
                  <a:close/>
                </a:path>
              </a:pathLst>
            </a:custGeom>
            <a:blipFill>
              <a:blip r:embed="rId12"/>
              <a:stretch>
                <a:fillRect l="-25000" t="0" r="-2500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646909" y="6354191"/>
            <a:ext cx="577899" cy="821304"/>
          </a:xfrm>
          <a:custGeom>
            <a:avLst/>
            <a:gdLst/>
            <a:ahLst/>
            <a:cxnLst/>
            <a:rect r="r" b="b" t="t" l="l"/>
            <a:pathLst>
              <a:path h="821304" w="577899">
                <a:moveTo>
                  <a:pt x="0" y="0"/>
                </a:moveTo>
                <a:lnTo>
                  <a:pt x="577899" y="0"/>
                </a:lnTo>
                <a:lnTo>
                  <a:pt x="577899" y="821304"/>
                </a:lnTo>
                <a:lnTo>
                  <a:pt x="0" y="8213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86961" y="1083570"/>
            <a:ext cx="3442393" cy="43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meet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6427" y="2980756"/>
            <a:ext cx="3816824" cy="663891"/>
            <a:chOff x="0" y="0"/>
            <a:chExt cx="5089098" cy="885187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0"/>
              <a:ext cx="5089098" cy="5259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8"/>
                </a:lnSpc>
              </a:pPr>
              <a:r>
                <a:rPr lang="en-US" b="true" sz="2606" spc="39">
                  <a:solidFill>
                    <a:srgbClr val="C7151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DE ESTUDOS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569321"/>
              <a:ext cx="5089098" cy="315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99"/>
                </a:lnSpc>
              </a:pPr>
              <a:r>
                <a:rPr lang="en-US" sz="1448" i="true">
                  <a:solidFill>
                    <a:srgbClr val="000000"/>
                  </a:solidFill>
                  <a:latin typeface="Montserrat Light Italics"/>
                  <a:ea typeface="Montserrat Light Italics"/>
                  <a:cs typeface="Montserrat Light Italics"/>
                  <a:sym typeface="Montserrat Light Italics"/>
                </a:rPr>
                <a:t>por:  @joao.ads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43773" y="6306566"/>
            <a:ext cx="2177709" cy="89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sz="2244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Fatec, sala 31 </a:t>
            </a:r>
          </a:p>
          <a:p>
            <a:pPr algn="ctr">
              <a:lnSpc>
                <a:spcPts val="1462"/>
              </a:lnSpc>
            </a:pPr>
            <a:r>
              <a:rPr lang="en-US" b="true" sz="1044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Segunda a Quinta </a:t>
            </a:r>
          </a:p>
          <a:p>
            <a:pPr algn="ctr">
              <a:lnSpc>
                <a:spcPts val="2582"/>
              </a:lnSpc>
            </a:pPr>
            <a:r>
              <a:rPr lang="en-US" sz="1844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15:00 -16:00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393704"/>
            <a:ext cx="3943350" cy="7141885"/>
            <a:chOff x="0" y="0"/>
            <a:chExt cx="2709333" cy="49069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906931"/>
            </a:xfrm>
            <a:custGeom>
              <a:avLst/>
              <a:gdLst/>
              <a:ahLst/>
              <a:cxnLst/>
              <a:rect r="r" b="b" t="t" l="l"/>
              <a:pathLst>
                <a:path h="4906931" w="2709333">
                  <a:moveTo>
                    <a:pt x="86385" y="0"/>
                  </a:moveTo>
                  <a:lnTo>
                    <a:pt x="2622949" y="0"/>
                  </a:lnTo>
                  <a:cubicBezTo>
                    <a:pt x="2645859" y="0"/>
                    <a:pt x="2667832" y="9101"/>
                    <a:pt x="2684032" y="25301"/>
                  </a:cubicBezTo>
                  <a:cubicBezTo>
                    <a:pt x="2700232" y="41502"/>
                    <a:pt x="2709333" y="63474"/>
                    <a:pt x="2709333" y="86385"/>
                  </a:cubicBezTo>
                  <a:lnTo>
                    <a:pt x="2709333" y="4820547"/>
                  </a:lnTo>
                  <a:cubicBezTo>
                    <a:pt x="2709333" y="4868256"/>
                    <a:pt x="2670658" y="4906931"/>
                    <a:pt x="2622949" y="4906931"/>
                  </a:cubicBezTo>
                  <a:lnTo>
                    <a:pt x="86385" y="4906931"/>
                  </a:lnTo>
                  <a:cubicBezTo>
                    <a:pt x="38676" y="4906931"/>
                    <a:pt x="0" y="4868256"/>
                    <a:pt x="0" y="4820547"/>
                  </a:cubicBezTo>
                  <a:lnTo>
                    <a:pt x="0" y="86385"/>
                  </a:lnTo>
                  <a:cubicBezTo>
                    <a:pt x="0" y="38676"/>
                    <a:pt x="38676" y="0"/>
                    <a:pt x="86385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709333" cy="4916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4622" y="270168"/>
            <a:ext cx="196859" cy="196501"/>
          </a:xfrm>
          <a:custGeom>
            <a:avLst/>
            <a:gdLst/>
            <a:ahLst/>
            <a:cxnLst/>
            <a:rect r="r" b="b" t="t" l="l"/>
            <a:pathLst>
              <a:path h="196501" w="196859">
                <a:moveTo>
                  <a:pt x="0" y="0"/>
                </a:moveTo>
                <a:lnTo>
                  <a:pt x="196859" y="0"/>
                </a:lnTo>
                <a:lnTo>
                  <a:pt x="196859" y="196501"/>
                </a:lnTo>
                <a:lnTo>
                  <a:pt x="0" y="196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1513" y="7666338"/>
            <a:ext cx="753150" cy="7531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6201" y="7666338"/>
            <a:ext cx="753150" cy="75315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05947" y="7666338"/>
            <a:ext cx="753150" cy="7531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119058" y="7666338"/>
            <a:ext cx="753150" cy="753150"/>
            <a:chOff x="0" y="0"/>
            <a:chExt cx="1004200" cy="10042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4200" cy="10042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A0F18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47491" y="0"/>
              <a:ext cx="909218" cy="909218"/>
            </a:xfrm>
            <a:custGeom>
              <a:avLst/>
              <a:gdLst/>
              <a:ahLst/>
              <a:cxnLst/>
              <a:rect r="r" b="b" t="t" l="l"/>
              <a:pathLst>
                <a:path h="909218" w="909218">
                  <a:moveTo>
                    <a:pt x="0" y="0"/>
                  </a:moveTo>
                  <a:lnTo>
                    <a:pt x="909218" y="0"/>
                  </a:lnTo>
                  <a:lnTo>
                    <a:pt x="909218" y="909218"/>
                  </a:lnTo>
                  <a:lnTo>
                    <a:pt x="0" y="909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331325" y="7791461"/>
            <a:ext cx="502903" cy="502903"/>
          </a:xfrm>
          <a:custGeom>
            <a:avLst/>
            <a:gdLst/>
            <a:ahLst/>
            <a:cxnLst/>
            <a:rect r="r" b="b" t="t" l="l"/>
            <a:pathLst>
              <a:path h="502903" w="502903">
                <a:moveTo>
                  <a:pt x="0" y="0"/>
                </a:moveTo>
                <a:lnTo>
                  <a:pt x="502902" y="0"/>
                </a:lnTo>
                <a:lnTo>
                  <a:pt x="502902" y="502903"/>
                </a:lnTo>
                <a:lnTo>
                  <a:pt x="0" y="502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80251" y="7835076"/>
            <a:ext cx="415674" cy="415674"/>
          </a:xfrm>
          <a:custGeom>
            <a:avLst/>
            <a:gdLst/>
            <a:ahLst/>
            <a:cxnLst/>
            <a:rect r="r" b="b" t="t" l="l"/>
            <a:pathLst>
              <a:path h="415674" w="415674">
                <a:moveTo>
                  <a:pt x="0" y="0"/>
                </a:moveTo>
                <a:lnTo>
                  <a:pt x="415674" y="0"/>
                </a:lnTo>
                <a:lnTo>
                  <a:pt x="415674" y="415674"/>
                </a:lnTo>
                <a:lnTo>
                  <a:pt x="0" y="4156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21301" y="7791461"/>
            <a:ext cx="525668" cy="525668"/>
          </a:xfrm>
          <a:custGeom>
            <a:avLst/>
            <a:gdLst/>
            <a:ahLst/>
            <a:cxnLst/>
            <a:rect r="r" b="b" t="t" l="l"/>
            <a:pathLst>
              <a:path h="525668" w="525668">
                <a:moveTo>
                  <a:pt x="0" y="0"/>
                </a:moveTo>
                <a:lnTo>
                  <a:pt x="525668" y="0"/>
                </a:lnTo>
                <a:lnTo>
                  <a:pt x="525668" y="525668"/>
                </a:lnTo>
                <a:lnTo>
                  <a:pt x="0" y="5256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58472" y="6844136"/>
            <a:ext cx="3365158" cy="593492"/>
          </a:xfrm>
          <a:custGeom>
            <a:avLst/>
            <a:gdLst/>
            <a:ahLst/>
            <a:cxnLst/>
            <a:rect r="r" b="b" t="t" l="l"/>
            <a:pathLst>
              <a:path h="593492" w="3365158">
                <a:moveTo>
                  <a:pt x="0" y="0"/>
                </a:moveTo>
                <a:lnTo>
                  <a:pt x="3365158" y="0"/>
                </a:lnTo>
                <a:lnTo>
                  <a:pt x="3365158" y="593492"/>
                </a:lnTo>
                <a:lnTo>
                  <a:pt x="0" y="5934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5730" y="1900581"/>
            <a:ext cx="627891" cy="627891"/>
          </a:xfrm>
          <a:custGeom>
            <a:avLst/>
            <a:gdLst/>
            <a:ahLst/>
            <a:cxnLst/>
            <a:rect r="r" b="b" t="t" l="l"/>
            <a:pathLst>
              <a:path h="627891" w="627891">
                <a:moveTo>
                  <a:pt x="0" y="0"/>
                </a:moveTo>
                <a:lnTo>
                  <a:pt x="627891" y="0"/>
                </a:lnTo>
                <a:lnTo>
                  <a:pt x="627891" y="627891"/>
                </a:lnTo>
                <a:lnTo>
                  <a:pt x="0" y="6278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34654" y="3166966"/>
            <a:ext cx="3447098" cy="2910051"/>
          </a:xfrm>
          <a:custGeom>
            <a:avLst/>
            <a:gdLst/>
            <a:ahLst/>
            <a:cxnLst/>
            <a:rect r="r" b="b" t="t" l="l"/>
            <a:pathLst>
              <a:path h="2910051" w="3447098">
                <a:moveTo>
                  <a:pt x="0" y="0"/>
                </a:moveTo>
                <a:lnTo>
                  <a:pt x="3447098" y="0"/>
                </a:lnTo>
                <a:lnTo>
                  <a:pt x="3447098" y="2910051"/>
                </a:lnTo>
                <a:lnTo>
                  <a:pt x="0" y="29100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24652" y="6150058"/>
            <a:ext cx="2460407" cy="54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8"/>
              </a:lnSpc>
            </a:pPr>
            <a:r>
              <a:rPr lang="en-US" sz="1063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quarta feira nos reunimos para estudar engenharia de software ! venha participar !  👇👇👇👇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5777" y="4438536"/>
            <a:ext cx="9209" cy="52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1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494869" y="7001797"/>
            <a:ext cx="892366" cy="24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</a:pPr>
            <a:r>
              <a:rPr lang="en-US" sz="14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participar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7743" y="2143371"/>
            <a:ext cx="1594252" cy="30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0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@mari.silva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97492" y="2429603"/>
            <a:ext cx="419591" cy="16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3"/>
              </a:lnSpc>
            </a:pPr>
            <a:r>
              <a:rPr lang="en-US" sz="9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200 pts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01813" y="2799100"/>
            <a:ext cx="1475806" cy="47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8"/>
              </a:lnSpc>
            </a:pPr>
          </a:p>
          <a:p>
            <a:pPr algn="ctr">
              <a:lnSpc>
                <a:spcPts val="1278"/>
              </a:lnSpc>
            </a:pPr>
            <a:r>
              <a:rPr lang="en-US" sz="913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10 de outubro</a:t>
            </a:r>
          </a:p>
          <a:p>
            <a:pPr algn="ctr">
              <a:lnSpc>
                <a:spcPts val="1278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799277" y="1960913"/>
            <a:ext cx="1377302" cy="21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7"/>
              </a:lnSpc>
              <a:spcBef>
                <a:spcPct val="0"/>
              </a:spcBef>
            </a:pPr>
            <a:r>
              <a:rPr lang="en-US" sz="12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Grupo de estudos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0" y="7296119"/>
            <a:ext cx="3936844" cy="3823464"/>
          </a:xfrm>
          <a:custGeom>
            <a:avLst/>
            <a:gdLst/>
            <a:ahLst/>
            <a:cxnLst/>
            <a:rect r="r" b="b" t="t" l="l"/>
            <a:pathLst>
              <a:path h="3823464" w="3936844">
                <a:moveTo>
                  <a:pt x="0" y="0"/>
                </a:moveTo>
                <a:lnTo>
                  <a:pt x="3936844" y="0"/>
                </a:lnTo>
                <a:lnTo>
                  <a:pt x="3936844" y="3823464"/>
                </a:lnTo>
                <a:lnTo>
                  <a:pt x="0" y="3823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86961" y="1083570"/>
            <a:ext cx="3442393" cy="43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feed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364487" y="410863"/>
            <a:ext cx="301520" cy="75380"/>
          </a:xfrm>
          <a:custGeom>
            <a:avLst/>
            <a:gdLst/>
            <a:ahLst/>
            <a:cxnLst/>
            <a:rect r="r" b="b" t="t" l="l"/>
            <a:pathLst>
              <a:path h="75380" w="301520">
                <a:moveTo>
                  <a:pt x="0" y="0"/>
                </a:moveTo>
                <a:lnTo>
                  <a:pt x="301519" y="0"/>
                </a:lnTo>
                <a:lnTo>
                  <a:pt x="301519" y="75380"/>
                </a:lnTo>
                <a:lnTo>
                  <a:pt x="0" y="75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1083" y="2032079"/>
            <a:ext cx="1843128" cy="1843128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-25136" t="0" r="-2513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06140" y="4366959"/>
            <a:ext cx="2117335" cy="46196"/>
          </a:xfrm>
          <a:custGeom>
            <a:avLst/>
            <a:gdLst/>
            <a:ahLst/>
            <a:cxnLst/>
            <a:rect r="r" b="b" t="t" l="l"/>
            <a:pathLst>
              <a:path h="46196" w="2117335">
                <a:moveTo>
                  <a:pt x="0" y="0"/>
                </a:moveTo>
                <a:lnTo>
                  <a:pt x="2117335" y="0"/>
                </a:lnTo>
                <a:lnTo>
                  <a:pt x="2117335" y="46197"/>
                </a:lnTo>
                <a:lnTo>
                  <a:pt x="0" y="461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6140" y="4871626"/>
            <a:ext cx="2117335" cy="46196"/>
          </a:xfrm>
          <a:custGeom>
            <a:avLst/>
            <a:gdLst/>
            <a:ahLst/>
            <a:cxnLst/>
            <a:rect r="r" b="b" t="t" l="l"/>
            <a:pathLst>
              <a:path h="46196" w="2117335">
                <a:moveTo>
                  <a:pt x="0" y="0"/>
                </a:moveTo>
                <a:lnTo>
                  <a:pt x="2117335" y="0"/>
                </a:lnTo>
                <a:lnTo>
                  <a:pt x="2117335" y="46196"/>
                </a:lnTo>
                <a:lnTo>
                  <a:pt x="0" y="46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9901" y="5287179"/>
            <a:ext cx="2117335" cy="46196"/>
          </a:xfrm>
          <a:custGeom>
            <a:avLst/>
            <a:gdLst/>
            <a:ahLst/>
            <a:cxnLst/>
            <a:rect r="r" b="b" t="t" l="l"/>
            <a:pathLst>
              <a:path h="46196" w="2117335">
                <a:moveTo>
                  <a:pt x="0" y="0"/>
                </a:moveTo>
                <a:lnTo>
                  <a:pt x="2117335" y="0"/>
                </a:lnTo>
                <a:lnTo>
                  <a:pt x="2117335" y="46196"/>
                </a:lnTo>
                <a:lnTo>
                  <a:pt x="0" y="46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4050" y="5778471"/>
            <a:ext cx="2117335" cy="46196"/>
          </a:xfrm>
          <a:custGeom>
            <a:avLst/>
            <a:gdLst/>
            <a:ahLst/>
            <a:cxnLst/>
            <a:rect r="r" b="b" t="t" l="l"/>
            <a:pathLst>
              <a:path h="46196" w="2117335">
                <a:moveTo>
                  <a:pt x="0" y="0"/>
                </a:moveTo>
                <a:lnTo>
                  <a:pt x="2117335" y="0"/>
                </a:lnTo>
                <a:lnTo>
                  <a:pt x="2117335" y="46197"/>
                </a:lnTo>
                <a:lnTo>
                  <a:pt x="0" y="461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071" y="6429895"/>
            <a:ext cx="3936844" cy="3823464"/>
          </a:xfrm>
          <a:custGeom>
            <a:avLst/>
            <a:gdLst/>
            <a:ahLst/>
            <a:cxnLst/>
            <a:rect r="r" b="b" t="t" l="l"/>
            <a:pathLst>
              <a:path h="3823464" w="3936844">
                <a:moveTo>
                  <a:pt x="0" y="0"/>
                </a:moveTo>
                <a:lnTo>
                  <a:pt x="3936844" y="0"/>
                </a:lnTo>
                <a:lnTo>
                  <a:pt x="3936844" y="3823465"/>
                </a:lnTo>
                <a:lnTo>
                  <a:pt x="0" y="38234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1513" y="7666338"/>
            <a:ext cx="753150" cy="75315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6201" y="7666338"/>
            <a:ext cx="753150" cy="7531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05947" y="7666338"/>
            <a:ext cx="753150" cy="7531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119058" y="7666338"/>
            <a:ext cx="753150" cy="753150"/>
            <a:chOff x="0" y="0"/>
            <a:chExt cx="1004200" cy="10042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04200" cy="1004200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47491" y="0"/>
              <a:ext cx="909218" cy="909218"/>
            </a:xfrm>
            <a:custGeom>
              <a:avLst/>
              <a:gdLst/>
              <a:ahLst/>
              <a:cxnLst/>
              <a:rect r="r" b="b" t="t" l="l"/>
              <a:pathLst>
                <a:path h="909218" w="909218">
                  <a:moveTo>
                    <a:pt x="0" y="0"/>
                  </a:moveTo>
                  <a:lnTo>
                    <a:pt x="909218" y="0"/>
                  </a:lnTo>
                  <a:lnTo>
                    <a:pt x="909218" y="909218"/>
                  </a:lnTo>
                  <a:lnTo>
                    <a:pt x="0" y="909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331325" y="7791461"/>
            <a:ext cx="502903" cy="502903"/>
          </a:xfrm>
          <a:custGeom>
            <a:avLst/>
            <a:gdLst/>
            <a:ahLst/>
            <a:cxnLst/>
            <a:rect r="r" b="b" t="t" l="l"/>
            <a:pathLst>
              <a:path h="502903" w="502903">
                <a:moveTo>
                  <a:pt x="0" y="0"/>
                </a:moveTo>
                <a:lnTo>
                  <a:pt x="502902" y="0"/>
                </a:lnTo>
                <a:lnTo>
                  <a:pt x="502902" y="502903"/>
                </a:lnTo>
                <a:lnTo>
                  <a:pt x="0" y="502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80251" y="7835076"/>
            <a:ext cx="415674" cy="415674"/>
          </a:xfrm>
          <a:custGeom>
            <a:avLst/>
            <a:gdLst/>
            <a:ahLst/>
            <a:cxnLst/>
            <a:rect r="r" b="b" t="t" l="l"/>
            <a:pathLst>
              <a:path h="415674" w="415674">
                <a:moveTo>
                  <a:pt x="0" y="0"/>
                </a:moveTo>
                <a:lnTo>
                  <a:pt x="415674" y="0"/>
                </a:lnTo>
                <a:lnTo>
                  <a:pt x="415674" y="415674"/>
                </a:lnTo>
                <a:lnTo>
                  <a:pt x="0" y="4156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321301" y="7791461"/>
            <a:ext cx="525668" cy="525668"/>
          </a:xfrm>
          <a:custGeom>
            <a:avLst/>
            <a:gdLst/>
            <a:ahLst/>
            <a:cxnLst/>
            <a:rect r="r" b="b" t="t" l="l"/>
            <a:pathLst>
              <a:path h="525668" w="525668">
                <a:moveTo>
                  <a:pt x="0" y="0"/>
                </a:moveTo>
                <a:lnTo>
                  <a:pt x="525668" y="0"/>
                </a:lnTo>
                <a:lnTo>
                  <a:pt x="525668" y="525668"/>
                </a:lnTo>
                <a:lnTo>
                  <a:pt x="0" y="5256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343098" y="1889204"/>
            <a:ext cx="525282" cy="525282"/>
          </a:xfrm>
          <a:custGeom>
            <a:avLst/>
            <a:gdLst/>
            <a:ahLst/>
            <a:cxnLst/>
            <a:rect r="r" b="b" t="t" l="l"/>
            <a:pathLst>
              <a:path h="525282" w="525282">
                <a:moveTo>
                  <a:pt x="0" y="0"/>
                </a:moveTo>
                <a:lnTo>
                  <a:pt x="525282" y="0"/>
                </a:lnTo>
                <a:lnTo>
                  <a:pt x="525282" y="525282"/>
                </a:lnTo>
                <a:lnTo>
                  <a:pt x="0" y="5252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63288" y="4018082"/>
            <a:ext cx="2003038" cy="21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8"/>
              </a:lnSpc>
            </a:pPr>
            <a:r>
              <a:rPr lang="en-US" sz="143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Editar Perfil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8662" y="4485233"/>
            <a:ext cx="2453092" cy="21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8"/>
              </a:lnSpc>
            </a:pPr>
            <a:r>
              <a:rPr lang="en-US" sz="143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Nível (pontuação)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7049" y="4972619"/>
            <a:ext cx="2003038" cy="21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8"/>
              </a:lnSpc>
            </a:pPr>
            <a:r>
              <a:rPr lang="en-US" sz="143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Ajuda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4050" y="5429594"/>
            <a:ext cx="2003038" cy="21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8"/>
              </a:lnSpc>
            </a:pPr>
            <a:r>
              <a:rPr lang="en-US" sz="143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Sobre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5505" y="5934261"/>
            <a:ext cx="2003038" cy="21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8"/>
              </a:lnSpc>
            </a:pPr>
            <a:r>
              <a:rPr lang="en-US" sz="143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Alterar Senha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19993" y="6264442"/>
            <a:ext cx="2117335" cy="46196"/>
          </a:xfrm>
          <a:custGeom>
            <a:avLst/>
            <a:gdLst/>
            <a:ahLst/>
            <a:cxnLst/>
            <a:rect r="r" b="b" t="t" l="l"/>
            <a:pathLst>
              <a:path h="46196" w="2117335">
                <a:moveTo>
                  <a:pt x="0" y="0"/>
                </a:moveTo>
                <a:lnTo>
                  <a:pt x="2117335" y="0"/>
                </a:lnTo>
                <a:lnTo>
                  <a:pt x="2117335" y="46197"/>
                </a:lnTo>
                <a:lnTo>
                  <a:pt x="0" y="461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34290" y="6398661"/>
            <a:ext cx="2003038" cy="21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8"/>
              </a:lnSpc>
            </a:pPr>
            <a:r>
              <a:rPr lang="en-US" sz="143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Acessibilidade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0" y="-4371524"/>
            <a:ext cx="4035902" cy="6260728"/>
            <a:chOff x="0" y="0"/>
            <a:chExt cx="2709333" cy="42028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09333" cy="4202877"/>
            </a:xfrm>
            <a:custGeom>
              <a:avLst/>
              <a:gdLst/>
              <a:ahLst/>
              <a:cxnLst/>
              <a:rect r="r" b="b" t="t" l="l"/>
              <a:pathLst>
                <a:path h="4202877" w="2709333">
                  <a:moveTo>
                    <a:pt x="84404" y="0"/>
                  </a:moveTo>
                  <a:lnTo>
                    <a:pt x="2624930" y="0"/>
                  </a:lnTo>
                  <a:cubicBezTo>
                    <a:pt x="2671544" y="0"/>
                    <a:pt x="2709333" y="37789"/>
                    <a:pt x="2709333" y="84404"/>
                  </a:cubicBezTo>
                  <a:lnTo>
                    <a:pt x="2709333" y="4118474"/>
                  </a:lnTo>
                  <a:cubicBezTo>
                    <a:pt x="2709333" y="4165088"/>
                    <a:pt x="2671544" y="4202877"/>
                    <a:pt x="2624930" y="4202877"/>
                  </a:cubicBezTo>
                  <a:lnTo>
                    <a:pt x="84404" y="4202877"/>
                  </a:lnTo>
                  <a:cubicBezTo>
                    <a:pt x="37789" y="4202877"/>
                    <a:pt x="0" y="4165088"/>
                    <a:pt x="0" y="4118474"/>
                  </a:cubicBezTo>
                  <a:lnTo>
                    <a:pt x="0" y="84404"/>
                  </a:lnTo>
                  <a:cubicBezTo>
                    <a:pt x="0" y="37789"/>
                    <a:pt x="37789" y="0"/>
                    <a:pt x="84404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709333" cy="4212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504999" y="379110"/>
            <a:ext cx="201480" cy="201113"/>
          </a:xfrm>
          <a:custGeom>
            <a:avLst/>
            <a:gdLst/>
            <a:ahLst/>
            <a:cxnLst/>
            <a:rect r="r" b="b" t="t" l="l"/>
            <a:pathLst>
              <a:path h="201113" w="201480">
                <a:moveTo>
                  <a:pt x="0" y="0"/>
                </a:moveTo>
                <a:lnTo>
                  <a:pt x="201480" y="0"/>
                </a:lnTo>
                <a:lnTo>
                  <a:pt x="201480" y="201114"/>
                </a:lnTo>
                <a:lnTo>
                  <a:pt x="0" y="2011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73041" y="523107"/>
            <a:ext cx="308597" cy="77149"/>
          </a:xfrm>
          <a:custGeom>
            <a:avLst/>
            <a:gdLst/>
            <a:ahLst/>
            <a:cxnLst/>
            <a:rect r="r" b="b" t="t" l="l"/>
            <a:pathLst>
              <a:path h="77149" w="308597">
                <a:moveTo>
                  <a:pt x="0" y="0"/>
                </a:moveTo>
                <a:lnTo>
                  <a:pt x="308597" y="0"/>
                </a:lnTo>
                <a:lnTo>
                  <a:pt x="308597" y="77149"/>
                </a:lnTo>
                <a:lnTo>
                  <a:pt x="0" y="771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394335" y="761156"/>
            <a:ext cx="3192902" cy="8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14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Perfil e configuração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393704"/>
            <a:ext cx="3943350" cy="7377566"/>
            <a:chOff x="0" y="0"/>
            <a:chExt cx="2709333" cy="5068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068859"/>
            </a:xfrm>
            <a:custGeom>
              <a:avLst/>
              <a:gdLst/>
              <a:ahLst/>
              <a:cxnLst/>
              <a:rect r="r" b="b" t="t" l="l"/>
              <a:pathLst>
                <a:path h="5068859" w="2709333">
                  <a:moveTo>
                    <a:pt x="86385" y="0"/>
                  </a:moveTo>
                  <a:lnTo>
                    <a:pt x="2622949" y="0"/>
                  </a:lnTo>
                  <a:cubicBezTo>
                    <a:pt x="2645859" y="0"/>
                    <a:pt x="2667832" y="9101"/>
                    <a:pt x="2684032" y="25301"/>
                  </a:cubicBezTo>
                  <a:cubicBezTo>
                    <a:pt x="2700232" y="41502"/>
                    <a:pt x="2709333" y="63474"/>
                    <a:pt x="2709333" y="86385"/>
                  </a:cubicBezTo>
                  <a:lnTo>
                    <a:pt x="2709333" y="4982474"/>
                  </a:lnTo>
                  <a:cubicBezTo>
                    <a:pt x="2709333" y="5030183"/>
                    <a:pt x="2670658" y="5068859"/>
                    <a:pt x="2622949" y="5068859"/>
                  </a:cubicBezTo>
                  <a:lnTo>
                    <a:pt x="86385" y="5068859"/>
                  </a:lnTo>
                  <a:cubicBezTo>
                    <a:pt x="38676" y="5068859"/>
                    <a:pt x="0" y="5030183"/>
                    <a:pt x="0" y="4982474"/>
                  </a:cubicBezTo>
                  <a:lnTo>
                    <a:pt x="0" y="86385"/>
                  </a:lnTo>
                  <a:cubicBezTo>
                    <a:pt x="0" y="38676"/>
                    <a:pt x="38676" y="0"/>
                    <a:pt x="86385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709333" cy="507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4622" y="270168"/>
            <a:ext cx="196859" cy="196501"/>
          </a:xfrm>
          <a:custGeom>
            <a:avLst/>
            <a:gdLst/>
            <a:ahLst/>
            <a:cxnLst/>
            <a:rect r="r" b="b" t="t" l="l"/>
            <a:pathLst>
              <a:path h="196501" w="196859">
                <a:moveTo>
                  <a:pt x="0" y="0"/>
                </a:moveTo>
                <a:lnTo>
                  <a:pt x="196859" y="0"/>
                </a:lnTo>
                <a:lnTo>
                  <a:pt x="196859" y="196501"/>
                </a:lnTo>
                <a:lnTo>
                  <a:pt x="0" y="196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54067" y="7692970"/>
            <a:ext cx="828623" cy="82862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4088" y="0"/>
                  </a:moveTo>
                  <a:lnTo>
                    <a:pt x="728712" y="0"/>
                  </a:lnTo>
                  <a:cubicBezTo>
                    <a:pt x="751013" y="0"/>
                    <a:pt x="772402" y="8859"/>
                    <a:pt x="788171" y="24629"/>
                  </a:cubicBezTo>
                  <a:cubicBezTo>
                    <a:pt x="803941" y="40398"/>
                    <a:pt x="812800" y="61787"/>
                    <a:pt x="812800" y="84088"/>
                  </a:cubicBezTo>
                  <a:lnTo>
                    <a:pt x="812800" y="728712"/>
                  </a:lnTo>
                  <a:cubicBezTo>
                    <a:pt x="812800" y="751013"/>
                    <a:pt x="803941" y="772402"/>
                    <a:pt x="788171" y="788171"/>
                  </a:cubicBezTo>
                  <a:cubicBezTo>
                    <a:pt x="772402" y="803941"/>
                    <a:pt x="751013" y="812800"/>
                    <a:pt x="728712" y="812800"/>
                  </a:cubicBezTo>
                  <a:lnTo>
                    <a:pt x="84088" y="812800"/>
                  </a:lnTo>
                  <a:cubicBezTo>
                    <a:pt x="61787" y="812800"/>
                    <a:pt x="40398" y="803941"/>
                    <a:pt x="24629" y="788171"/>
                  </a:cubicBezTo>
                  <a:cubicBezTo>
                    <a:pt x="8859" y="772402"/>
                    <a:pt x="0" y="751013"/>
                    <a:pt x="0" y="728712"/>
                  </a:cubicBezTo>
                  <a:lnTo>
                    <a:pt x="0" y="84088"/>
                  </a:lnTo>
                  <a:cubicBezTo>
                    <a:pt x="0" y="61787"/>
                    <a:pt x="8859" y="40398"/>
                    <a:pt x="24629" y="24629"/>
                  </a:cubicBezTo>
                  <a:cubicBezTo>
                    <a:pt x="40398" y="8859"/>
                    <a:pt x="61787" y="0"/>
                    <a:pt x="84088" y="0"/>
                  </a:cubicBezTo>
                  <a:close/>
                </a:path>
              </a:pathLst>
            </a:custGeom>
            <a:blipFill>
              <a:blip r:embed="rId4"/>
              <a:stretch>
                <a:fillRect l="-25136" t="0" r="-2513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84763" y="7735107"/>
            <a:ext cx="3024029" cy="744349"/>
            <a:chOff x="0" y="0"/>
            <a:chExt cx="4032039" cy="9924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4032039" cy="333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5"/>
                </a:lnSpc>
              </a:pPr>
              <a:r>
                <a:rPr lang="en-US" b="true" sz="1612" spc="24">
                  <a:solidFill>
                    <a:srgbClr val="000000"/>
                  </a:solidFill>
                  <a:latin typeface="Aleo Bold"/>
                  <a:ea typeface="Aleo Bold"/>
                  <a:cs typeface="Aleo Bold"/>
                  <a:sym typeface="Aleo Bold"/>
                </a:rPr>
                <a:t>AULAS DE VIOLÃO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63988"/>
              <a:ext cx="4032039" cy="628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Local: Fatec, ao lado cafeteria</a:t>
              </a:r>
            </a:p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Horário: seg / qui ; das 7:00 às 7:50 </a:t>
              </a:r>
            </a:p>
            <a:p>
              <a:pPr algn="l">
                <a:lnSpc>
                  <a:spcPts val="1271"/>
                </a:lnSpc>
              </a:pPr>
              <a:r>
                <a:rPr lang="en-US" b="true" sz="921" i="true">
                  <a:solidFill>
                    <a:srgbClr val="000000"/>
                  </a:solidFill>
                  <a:latin typeface="Montserrat Light Bold Italics"/>
                  <a:ea typeface="Montserrat Light Bold Italics"/>
                  <a:cs typeface="Montserrat Light Bold Italics"/>
                  <a:sym typeface="Montserrat Light Bold Italics"/>
                </a:rPr>
                <a:t>Organizador: Matheus Marinho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671551" y="6617824"/>
            <a:ext cx="828623" cy="82862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4088" y="0"/>
                  </a:moveTo>
                  <a:lnTo>
                    <a:pt x="728712" y="0"/>
                  </a:lnTo>
                  <a:cubicBezTo>
                    <a:pt x="751013" y="0"/>
                    <a:pt x="772402" y="8859"/>
                    <a:pt x="788171" y="24629"/>
                  </a:cubicBezTo>
                  <a:cubicBezTo>
                    <a:pt x="803941" y="40398"/>
                    <a:pt x="812800" y="61787"/>
                    <a:pt x="812800" y="84088"/>
                  </a:cubicBezTo>
                  <a:lnTo>
                    <a:pt x="812800" y="728712"/>
                  </a:lnTo>
                  <a:cubicBezTo>
                    <a:pt x="812800" y="751013"/>
                    <a:pt x="803941" y="772402"/>
                    <a:pt x="788171" y="788171"/>
                  </a:cubicBezTo>
                  <a:cubicBezTo>
                    <a:pt x="772402" y="803941"/>
                    <a:pt x="751013" y="812800"/>
                    <a:pt x="728712" y="812800"/>
                  </a:cubicBezTo>
                  <a:lnTo>
                    <a:pt x="84088" y="812800"/>
                  </a:lnTo>
                  <a:cubicBezTo>
                    <a:pt x="61787" y="812800"/>
                    <a:pt x="40398" y="803941"/>
                    <a:pt x="24629" y="788171"/>
                  </a:cubicBezTo>
                  <a:cubicBezTo>
                    <a:pt x="8859" y="772402"/>
                    <a:pt x="0" y="751013"/>
                    <a:pt x="0" y="728712"/>
                  </a:cubicBezTo>
                  <a:lnTo>
                    <a:pt x="0" y="84088"/>
                  </a:lnTo>
                  <a:cubicBezTo>
                    <a:pt x="0" y="61787"/>
                    <a:pt x="8859" y="40398"/>
                    <a:pt x="24629" y="24629"/>
                  </a:cubicBezTo>
                  <a:cubicBezTo>
                    <a:pt x="40398" y="8859"/>
                    <a:pt x="61787" y="0"/>
                    <a:pt x="84088" y="0"/>
                  </a:cubicBezTo>
                  <a:close/>
                </a:path>
              </a:pathLst>
            </a:custGeom>
            <a:blipFill>
              <a:blip r:embed="rId4"/>
              <a:stretch>
                <a:fillRect l="-25136" t="0" r="-25136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02247" y="6666237"/>
            <a:ext cx="3024029" cy="731796"/>
            <a:chOff x="0" y="0"/>
            <a:chExt cx="4032039" cy="97572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4032039" cy="321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5"/>
                </a:lnSpc>
              </a:pPr>
              <a:r>
                <a:rPr lang="en-US" b="true" sz="1612" spc="24">
                  <a:solidFill>
                    <a:srgbClr val="000000"/>
                  </a:solidFill>
                  <a:latin typeface="Aleo Bold"/>
                  <a:ea typeface="Aleo Bold"/>
                  <a:cs typeface="Aleo Bold"/>
                  <a:sym typeface="Aleo Bold"/>
                </a:rPr>
                <a:t>AULAS DE CANTO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52301"/>
              <a:ext cx="4032039" cy="623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Local: Fatec, ao lado cafeteria</a:t>
              </a:r>
            </a:p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Horário: seg / qui ; das 7:00 às 7:50 </a:t>
              </a:r>
            </a:p>
            <a:p>
              <a:pPr algn="l">
                <a:lnSpc>
                  <a:spcPts val="1271"/>
                </a:lnSpc>
              </a:pPr>
              <a:r>
                <a:rPr lang="en-US" b="true" sz="921" i="true">
                  <a:solidFill>
                    <a:srgbClr val="000000"/>
                  </a:solidFill>
                  <a:latin typeface="Montserrat Light Bold Italics"/>
                  <a:ea typeface="Montserrat Light Bold Italics"/>
                  <a:cs typeface="Montserrat Light Bold Italics"/>
                  <a:sym typeface="Montserrat Light Bold Italics"/>
                </a:rPr>
                <a:t>Organizador: Nicolas cage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363" y="7138264"/>
            <a:ext cx="3773800" cy="3665116"/>
          </a:xfrm>
          <a:custGeom>
            <a:avLst/>
            <a:gdLst/>
            <a:ahLst/>
            <a:cxnLst/>
            <a:rect r="r" b="b" t="t" l="l"/>
            <a:pathLst>
              <a:path h="3665116" w="3773800">
                <a:moveTo>
                  <a:pt x="0" y="0"/>
                </a:moveTo>
                <a:lnTo>
                  <a:pt x="3773800" y="0"/>
                </a:lnTo>
                <a:lnTo>
                  <a:pt x="3773800" y="3665116"/>
                </a:lnTo>
                <a:lnTo>
                  <a:pt x="0" y="36651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86961" y="7782233"/>
            <a:ext cx="715664" cy="7156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6948" y="7782233"/>
            <a:ext cx="715664" cy="71566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86935" y="7782233"/>
            <a:ext cx="715664" cy="71566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040724" y="7782233"/>
            <a:ext cx="715664" cy="71566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0F1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3074570" y="7782233"/>
            <a:ext cx="647974" cy="647974"/>
          </a:xfrm>
          <a:custGeom>
            <a:avLst/>
            <a:gdLst/>
            <a:ahLst/>
            <a:cxnLst/>
            <a:rect r="r" b="b" t="t" l="l"/>
            <a:pathLst>
              <a:path h="647974" w="647974">
                <a:moveTo>
                  <a:pt x="0" y="0"/>
                </a:moveTo>
                <a:lnTo>
                  <a:pt x="647973" y="0"/>
                </a:lnTo>
                <a:lnTo>
                  <a:pt x="647973" y="647974"/>
                </a:lnTo>
                <a:lnTo>
                  <a:pt x="0" y="647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55844" y="7901129"/>
            <a:ext cx="477872" cy="477872"/>
          </a:xfrm>
          <a:custGeom>
            <a:avLst/>
            <a:gdLst/>
            <a:ahLst/>
            <a:cxnLst/>
            <a:rect r="r" b="b" t="t" l="l"/>
            <a:pathLst>
              <a:path h="477872" w="477872">
                <a:moveTo>
                  <a:pt x="0" y="0"/>
                </a:moveTo>
                <a:lnTo>
                  <a:pt x="477873" y="0"/>
                </a:lnTo>
                <a:lnTo>
                  <a:pt x="477873" y="477872"/>
                </a:lnTo>
                <a:lnTo>
                  <a:pt x="0" y="4778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181933" y="7877231"/>
            <a:ext cx="525668" cy="525668"/>
          </a:xfrm>
          <a:custGeom>
            <a:avLst/>
            <a:gdLst/>
            <a:ahLst/>
            <a:cxnLst/>
            <a:rect r="r" b="b" t="t" l="l"/>
            <a:pathLst>
              <a:path h="525668" w="525668">
                <a:moveTo>
                  <a:pt x="0" y="0"/>
                </a:moveTo>
                <a:lnTo>
                  <a:pt x="525668" y="0"/>
                </a:lnTo>
                <a:lnTo>
                  <a:pt x="525668" y="525668"/>
                </a:lnTo>
                <a:lnTo>
                  <a:pt x="0" y="5256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19435" y="7914707"/>
            <a:ext cx="450716" cy="450716"/>
          </a:xfrm>
          <a:custGeom>
            <a:avLst/>
            <a:gdLst/>
            <a:ahLst/>
            <a:cxnLst/>
            <a:rect r="r" b="b" t="t" l="l"/>
            <a:pathLst>
              <a:path h="450716" w="450716">
                <a:moveTo>
                  <a:pt x="0" y="0"/>
                </a:moveTo>
                <a:lnTo>
                  <a:pt x="450717" y="0"/>
                </a:lnTo>
                <a:lnTo>
                  <a:pt x="450717" y="450716"/>
                </a:lnTo>
                <a:lnTo>
                  <a:pt x="0" y="450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2741485" y="2317237"/>
            <a:ext cx="828623" cy="828623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4088" y="0"/>
                  </a:moveTo>
                  <a:lnTo>
                    <a:pt x="728712" y="0"/>
                  </a:lnTo>
                  <a:cubicBezTo>
                    <a:pt x="751013" y="0"/>
                    <a:pt x="772402" y="8859"/>
                    <a:pt x="788171" y="24629"/>
                  </a:cubicBezTo>
                  <a:cubicBezTo>
                    <a:pt x="803941" y="40398"/>
                    <a:pt x="812800" y="61787"/>
                    <a:pt x="812800" y="84088"/>
                  </a:cubicBezTo>
                  <a:lnTo>
                    <a:pt x="812800" y="728712"/>
                  </a:lnTo>
                  <a:cubicBezTo>
                    <a:pt x="812800" y="751013"/>
                    <a:pt x="803941" y="772402"/>
                    <a:pt x="788171" y="788171"/>
                  </a:cubicBezTo>
                  <a:cubicBezTo>
                    <a:pt x="772402" y="803941"/>
                    <a:pt x="751013" y="812800"/>
                    <a:pt x="728712" y="812800"/>
                  </a:cubicBezTo>
                  <a:lnTo>
                    <a:pt x="84088" y="812800"/>
                  </a:lnTo>
                  <a:cubicBezTo>
                    <a:pt x="61787" y="812800"/>
                    <a:pt x="40398" y="803941"/>
                    <a:pt x="24629" y="788171"/>
                  </a:cubicBezTo>
                  <a:cubicBezTo>
                    <a:pt x="8859" y="772402"/>
                    <a:pt x="0" y="751013"/>
                    <a:pt x="0" y="728712"/>
                  </a:cubicBezTo>
                  <a:lnTo>
                    <a:pt x="0" y="84088"/>
                  </a:lnTo>
                  <a:cubicBezTo>
                    <a:pt x="0" y="61787"/>
                    <a:pt x="8859" y="40398"/>
                    <a:pt x="24629" y="24629"/>
                  </a:cubicBezTo>
                  <a:cubicBezTo>
                    <a:pt x="40398" y="8859"/>
                    <a:pt x="61787" y="0"/>
                    <a:pt x="84088" y="0"/>
                  </a:cubicBezTo>
                  <a:close/>
                </a:path>
              </a:pathLst>
            </a:custGeom>
            <a:blipFill>
              <a:blip r:embed="rId4"/>
              <a:stretch>
                <a:fillRect l="-25136" t="0" r="-25136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24001" y="3392384"/>
            <a:ext cx="828623" cy="82862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4088" y="0"/>
                  </a:moveTo>
                  <a:lnTo>
                    <a:pt x="728712" y="0"/>
                  </a:lnTo>
                  <a:cubicBezTo>
                    <a:pt x="751013" y="0"/>
                    <a:pt x="772402" y="8859"/>
                    <a:pt x="788171" y="24629"/>
                  </a:cubicBezTo>
                  <a:cubicBezTo>
                    <a:pt x="803941" y="40398"/>
                    <a:pt x="812800" y="61787"/>
                    <a:pt x="812800" y="84088"/>
                  </a:cubicBezTo>
                  <a:lnTo>
                    <a:pt x="812800" y="728712"/>
                  </a:lnTo>
                  <a:cubicBezTo>
                    <a:pt x="812800" y="751013"/>
                    <a:pt x="803941" y="772402"/>
                    <a:pt x="788171" y="788171"/>
                  </a:cubicBezTo>
                  <a:cubicBezTo>
                    <a:pt x="772402" y="803941"/>
                    <a:pt x="751013" y="812800"/>
                    <a:pt x="728712" y="812800"/>
                  </a:cubicBezTo>
                  <a:lnTo>
                    <a:pt x="84088" y="812800"/>
                  </a:lnTo>
                  <a:cubicBezTo>
                    <a:pt x="61787" y="812800"/>
                    <a:pt x="40398" y="803941"/>
                    <a:pt x="24629" y="788171"/>
                  </a:cubicBezTo>
                  <a:cubicBezTo>
                    <a:pt x="8859" y="772402"/>
                    <a:pt x="0" y="751013"/>
                    <a:pt x="0" y="728712"/>
                  </a:cubicBezTo>
                  <a:lnTo>
                    <a:pt x="0" y="84088"/>
                  </a:lnTo>
                  <a:cubicBezTo>
                    <a:pt x="0" y="61787"/>
                    <a:pt x="8859" y="40398"/>
                    <a:pt x="24629" y="24629"/>
                  </a:cubicBezTo>
                  <a:cubicBezTo>
                    <a:pt x="40398" y="8859"/>
                    <a:pt x="61787" y="0"/>
                    <a:pt x="84088" y="0"/>
                  </a:cubicBezTo>
                  <a:close/>
                </a:path>
              </a:pathLst>
            </a:custGeom>
            <a:blipFill>
              <a:blip r:embed="rId11"/>
              <a:stretch>
                <a:fillRect l="-25000" t="0" r="-2500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706518" y="4467530"/>
            <a:ext cx="828623" cy="828623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4088" y="0"/>
                  </a:moveTo>
                  <a:lnTo>
                    <a:pt x="728712" y="0"/>
                  </a:lnTo>
                  <a:cubicBezTo>
                    <a:pt x="751013" y="0"/>
                    <a:pt x="772402" y="8859"/>
                    <a:pt x="788171" y="24629"/>
                  </a:cubicBezTo>
                  <a:cubicBezTo>
                    <a:pt x="803941" y="40398"/>
                    <a:pt x="812800" y="61787"/>
                    <a:pt x="812800" y="84088"/>
                  </a:cubicBezTo>
                  <a:lnTo>
                    <a:pt x="812800" y="728712"/>
                  </a:lnTo>
                  <a:cubicBezTo>
                    <a:pt x="812800" y="751013"/>
                    <a:pt x="803941" y="772402"/>
                    <a:pt x="788171" y="788171"/>
                  </a:cubicBezTo>
                  <a:cubicBezTo>
                    <a:pt x="772402" y="803941"/>
                    <a:pt x="751013" y="812800"/>
                    <a:pt x="728712" y="812800"/>
                  </a:cubicBezTo>
                  <a:lnTo>
                    <a:pt x="84088" y="812800"/>
                  </a:lnTo>
                  <a:cubicBezTo>
                    <a:pt x="61787" y="812800"/>
                    <a:pt x="40398" y="803941"/>
                    <a:pt x="24629" y="788171"/>
                  </a:cubicBezTo>
                  <a:cubicBezTo>
                    <a:pt x="8859" y="772402"/>
                    <a:pt x="0" y="751013"/>
                    <a:pt x="0" y="728712"/>
                  </a:cubicBezTo>
                  <a:lnTo>
                    <a:pt x="0" y="84088"/>
                  </a:lnTo>
                  <a:cubicBezTo>
                    <a:pt x="0" y="61787"/>
                    <a:pt x="8859" y="40398"/>
                    <a:pt x="24629" y="24629"/>
                  </a:cubicBezTo>
                  <a:cubicBezTo>
                    <a:pt x="40398" y="8859"/>
                    <a:pt x="61787" y="0"/>
                    <a:pt x="84088" y="0"/>
                  </a:cubicBezTo>
                  <a:close/>
                </a:path>
              </a:pathLst>
            </a:custGeom>
            <a:blipFill>
              <a:blip r:embed="rId12"/>
              <a:stretch>
                <a:fillRect l="-25136" t="0" r="-25136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689034" y="5542677"/>
            <a:ext cx="828623" cy="82862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4088" y="0"/>
                  </a:moveTo>
                  <a:lnTo>
                    <a:pt x="728712" y="0"/>
                  </a:lnTo>
                  <a:cubicBezTo>
                    <a:pt x="751013" y="0"/>
                    <a:pt x="772402" y="8859"/>
                    <a:pt x="788171" y="24629"/>
                  </a:cubicBezTo>
                  <a:cubicBezTo>
                    <a:pt x="803941" y="40398"/>
                    <a:pt x="812800" y="61787"/>
                    <a:pt x="812800" y="84088"/>
                  </a:cubicBezTo>
                  <a:lnTo>
                    <a:pt x="812800" y="728712"/>
                  </a:lnTo>
                  <a:cubicBezTo>
                    <a:pt x="812800" y="751013"/>
                    <a:pt x="803941" y="772402"/>
                    <a:pt x="788171" y="788171"/>
                  </a:cubicBezTo>
                  <a:cubicBezTo>
                    <a:pt x="772402" y="803941"/>
                    <a:pt x="751013" y="812800"/>
                    <a:pt x="728712" y="812800"/>
                  </a:cubicBezTo>
                  <a:lnTo>
                    <a:pt x="84088" y="812800"/>
                  </a:lnTo>
                  <a:cubicBezTo>
                    <a:pt x="61787" y="812800"/>
                    <a:pt x="40398" y="803941"/>
                    <a:pt x="24629" y="788171"/>
                  </a:cubicBezTo>
                  <a:cubicBezTo>
                    <a:pt x="8859" y="772402"/>
                    <a:pt x="0" y="751013"/>
                    <a:pt x="0" y="728712"/>
                  </a:cubicBezTo>
                  <a:lnTo>
                    <a:pt x="0" y="84088"/>
                  </a:lnTo>
                  <a:cubicBezTo>
                    <a:pt x="0" y="61787"/>
                    <a:pt x="8859" y="40398"/>
                    <a:pt x="24629" y="24629"/>
                  </a:cubicBezTo>
                  <a:cubicBezTo>
                    <a:pt x="40398" y="8859"/>
                    <a:pt x="61787" y="0"/>
                    <a:pt x="84088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-24931" r="0" b="-24931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53066" y="944934"/>
            <a:ext cx="3442393" cy="85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4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Buscar</a:t>
            </a:r>
          </a:p>
          <a:p>
            <a:pPr algn="l">
              <a:lnSpc>
                <a:spcPts val="3365"/>
              </a:lnSpc>
            </a:pPr>
          </a:p>
        </p:txBody>
      </p:sp>
      <p:grpSp>
        <p:nvGrpSpPr>
          <p:cNvPr name="Group 42" id="42"/>
          <p:cNvGrpSpPr/>
          <p:nvPr/>
        </p:nvGrpSpPr>
        <p:grpSpPr>
          <a:xfrm rot="0">
            <a:off x="372181" y="2361267"/>
            <a:ext cx="3024029" cy="740562"/>
            <a:chOff x="0" y="0"/>
            <a:chExt cx="4032039" cy="987415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0"/>
              <a:ext cx="4032039" cy="333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5"/>
                </a:lnSpc>
              </a:pPr>
              <a:r>
                <a:rPr lang="en-US" b="true" sz="1612" spc="24">
                  <a:solidFill>
                    <a:srgbClr val="000000"/>
                  </a:solidFill>
                  <a:latin typeface="Aleo Bold"/>
                  <a:ea typeface="Aleo Bold"/>
                  <a:cs typeface="Aleo Bold"/>
                  <a:sym typeface="Aleo Bold"/>
                </a:rPr>
                <a:t>AULAS DE VIOLÃO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363988"/>
              <a:ext cx="4032039" cy="623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Local: Fatec, ao lado cafeteria</a:t>
              </a:r>
            </a:p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Horário: seg / qui ; das 7:00 às 7:50 </a:t>
              </a:r>
            </a:p>
            <a:p>
              <a:pPr algn="l">
                <a:lnSpc>
                  <a:spcPts val="1271"/>
                </a:lnSpc>
              </a:pPr>
              <a:r>
                <a:rPr lang="en-US" b="true" sz="921" i="true">
                  <a:solidFill>
                    <a:srgbClr val="000000"/>
                  </a:solidFill>
                  <a:latin typeface="Montserrat Light Bold Italics"/>
                  <a:ea typeface="Montserrat Light Bold Italics"/>
                  <a:cs typeface="Montserrat Light Bold Italics"/>
                  <a:sym typeface="Montserrat Light Bold Italics"/>
                </a:rPr>
                <a:t>Organizador: Matheus Marinho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54697" y="3440797"/>
            <a:ext cx="3024029" cy="731796"/>
            <a:chOff x="0" y="0"/>
            <a:chExt cx="4032039" cy="975728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0"/>
              <a:ext cx="4032039" cy="321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5"/>
                </a:lnSpc>
              </a:pPr>
              <a:r>
                <a:rPr lang="en-US" b="true" sz="1612" spc="24">
                  <a:solidFill>
                    <a:srgbClr val="000000"/>
                  </a:solidFill>
                  <a:latin typeface="Aleo Bold"/>
                  <a:ea typeface="Aleo Bold"/>
                  <a:cs typeface="Aleo Bold"/>
                  <a:sym typeface="Aleo Bold"/>
                </a:rPr>
                <a:t>GRUPO DE ESTUDOS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352301"/>
              <a:ext cx="4032039" cy="623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Local: Fatec, sala 31</a:t>
              </a:r>
            </a:p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Horário: seg / qui ; das 15:00 às 16:00 </a:t>
              </a:r>
            </a:p>
            <a:p>
              <a:pPr algn="l">
                <a:lnSpc>
                  <a:spcPts val="1271"/>
                </a:lnSpc>
              </a:pPr>
              <a:r>
                <a:rPr lang="en-US" b="true" sz="921" i="true">
                  <a:solidFill>
                    <a:srgbClr val="000000"/>
                  </a:solidFill>
                  <a:latin typeface="Montserrat Light Bold Italics"/>
                  <a:ea typeface="Montserrat Light Bold Italics"/>
                  <a:cs typeface="Montserrat Light Bold Italics"/>
                  <a:sym typeface="Montserrat Light Bold Italics"/>
                </a:rPr>
                <a:t>Organizador: Mikaelly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37214" y="4437832"/>
            <a:ext cx="3024029" cy="888019"/>
            <a:chOff x="0" y="0"/>
            <a:chExt cx="4032039" cy="1184026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0"/>
              <a:ext cx="4032039" cy="321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5"/>
                </a:lnSpc>
              </a:pPr>
              <a:r>
                <a:rPr lang="en-US" b="true" sz="1612" i="true" spc="24">
                  <a:solidFill>
                    <a:srgbClr val="000000"/>
                  </a:solidFill>
                  <a:latin typeface="Aleo Bold Italics"/>
                  <a:ea typeface="Aleo Bold Italics"/>
                  <a:cs typeface="Aleo Bold Italics"/>
                  <a:sym typeface="Aleo Bold Italics"/>
                </a:rPr>
                <a:t>JAVA - LISTAS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352301"/>
              <a:ext cx="4032039" cy="831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Evento: grupo de estudos</a:t>
              </a:r>
            </a:p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Local: Fatec, ao lado cafeteria</a:t>
              </a:r>
            </a:p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Horário: seg / qui ; das 7:00 às 7:50 </a:t>
              </a:r>
            </a:p>
            <a:p>
              <a:pPr algn="l">
                <a:lnSpc>
                  <a:spcPts val="1271"/>
                </a:lnSpc>
              </a:pPr>
              <a:r>
                <a:rPr lang="en-US" b="true" sz="921" i="true">
                  <a:solidFill>
                    <a:srgbClr val="000000"/>
                  </a:solidFill>
                  <a:latin typeface="Montserrat Light Bold Italics"/>
                  <a:ea typeface="Montserrat Light Bold Italics"/>
                  <a:cs typeface="Montserrat Light Bold Italics"/>
                  <a:sym typeface="Montserrat Light Bold Italics"/>
                </a:rPr>
                <a:t>Organizador: Felipe da Costa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19730" y="5591090"/>
            <a:ext cx="3024029" cy="731796"/>
            <a:chOff x="0" y="0"/>
            <a:chExt cx="4032039" cy="975728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0"/>
              <a:ext cx="4032039" cy="321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5"/>
                </a:lnSpc>
              </a:pPr>
              <a:r>
                <a:rPr lang="en-US" b="true" sz="1612" spc="24">
                  <a:solidFill>
                    <a:srgbClr val="000000"/>
                  </a:solidFill>
                  <a:latin typeface="Aleo Bold"/>
                  <a:ea typeface="Aleo Bold"/>
                  <a:cs typeface="Aleo Bold"/>
                  <a:sym typeface="Aleo Bold"/>
                </a:rPr>
                <a:t>VOLEI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352301"/>
              <a:ext cx="4032039" cy="623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Local: Fatec, quadra</a:t>
              </a:r>
            </a:p>
            <a:p>
              <a:pPr algn="l">
                <a:lnSpc>
                  <a:spcPts val="1271"/>
                </a:lnSpc>
              </a:pPr>
              <a:r>
                <a:rPr lang="en-US" sz="921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Horário: sáb ; 15:00 </a:t>
              </a:r>
            </a:p>
            <a:p>
              <a:pPr algn="l">
                <a:lnSpc>
                  <a:spcPts val="1271"/>
                </a:lnSpc>
              </a:pPr>
              <a:r>
                <a:rPr lang="en-US" b="true" sz="921" i="true">
                  <a:solidFill>
                    <a:srgbClr val="000000"/>
                  </a:solidFill>
                  <a:latin typeface="Montserrat Light Bold Italics"/>
                  <a:ea typeface="Montserrat Light Bold Italics"/>
                  <a:cs typeface="Montserrat Light Bold Italics"/>
                  <a:sym typeface="Montserrat Light Bold Italics"/>
                </a:rPr>
                <a:t>Organizador: Ricardo Unico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364487" y="410863"/>
            <a:ext cx="301520" cy="75380"/>
          </a:xfrm>
          <a:custGeom>
            <a:avLst/>
            <a:gdLst/>
            <a:ahLst/>
            <a:cxnLst/>
            <a:rect r="r" b="b" t="t" l="l"/>
            <a:pathLst>
              <a:path h="75380" w="301520">
                <a:moveTo>
                  <a:pt x="0" y="0"/>
                </a:moveTo>
                <a:lnTo>
                  <a:pt x="301519" y="0"/>
                </a:lnTo>
                <a:lnTo>
                  <a:pt x="301519" y="75380"/>
                </a:lnTo>
                <a:lnTo>
                  <a:pt x="0" y="753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943350" cy="8534400"/>
          </a:xfrm>
          <a:custGeom>
            <a:avLst/>
            <a:gdLst/>
            <a:ahLst/>
            <a:cxnLst/>
            <a:rect r="r" b="b" t="t" l="l"/>
            <a:pathLst>
              <a:path h="8534400" w="3943350">
                <a:moveTo>
                  <a:pt x="0" y="0"/>
                </a:moveTo>
                <a:lnTo>
                  <a:pt x="3943350" y="0"/>
                </a:lnTo>
                <a:lnTo>
                  <a:pt x="3943350" y="8534400"/>
                </a:lnTo>
                <a:lnTo>
                  <a:pt x="0" y="853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278" t="0" r="-21057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3005" y="3301123"/>
            <a:ext cx="1577340" cy="1932154"/>
          </a:xfrm>
          <a:custGeom>
            <a:avLst/>
            <a:gdLst/>
            <a:ahLst/>
            <a:cxnLst/>
            <a:rect r="r" b="b" t="t" l="l"/>
            <a:pathLst>
              <a:path h="1932154" w="1577340">
                <a:moveTo>
                  <a:pt x="0" y="0"/>
                </a:moveTo>
                <a:lnTo>
                  <a:pt x="1577340" y="0"/>
                </a:lnTo>
                <a:lnTo>
                  <a:pt x="1577340" y="1932154"/>
                </a:lnTo>
                <a:lnTo>
                  <a:pt x="0" y="1932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4335" y="159087"/>
            <a:ext cx="934328" cy="934328"/>
          </a:xfrm>
          <a:custGeom>
            <a:avLst/>
            <a:gdLst/>
            <a:ahLst/>
            <a:cxnLst/>
            <a:rect r="r" b="b" t="t" l="l"/>
            <a:pathLst>
              <a:path h="934328" w="934328">
                <a:moveTo>
                  <a:pt x="0" y="0"/>
                </a:moveTo>
                <a:lnTo>
                  <a:pt x="934328" y="0"/>
                </a:lnTo>
                <a:lnTo>
                  <a:pt x="934328" y="934328"/>
                </a:lnTo>
                <a:lnTo>
                  <a:pt x="0" y="9343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60345" y="7205737"/>
            <a:ext cx="934328" cy="934328"/>
          </a:xfrm>
          <a:custGeom>
            <a:avLst/>
            <a:gdLst/>
            <a:ahLst/>
            <a:cxnLst/>
            <a:rect r="r" b="b" t="t" l="l"/>
            <a:pathLst>
              <a:path h="934328" w="934328">
                <a:moveTo>
                  <a:pt x="0" y="0"/>
                </a:moveTo>
                <a:lnTo>
                  <a:pt x="934328" y="0"/>
                </a:lnTo>
                <a:lnTo>
                  <a:pt x="934328" y="934328"/>
                </a:lnTo>
                <a:lnTo>
                  <a:pt x="0" y="9343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282" y="7048438"/>
            <a:ext cx="1062723" cy="1248926"/>
          </a:xfrm>
          <a:custGeom>
            <a:avLst/>
            <a:gdLst/>
            <a:ahLst/>
            <a:cxnLst/>
            <a:rect r="r" b="b" t="t" l="l"/>
            <a:pathLst>
              <a:path h="1248926" w="1062723">
                <a:moveTo>
                  <a:pt x="0" y="0"/>
                </a:moveTo>
                <a:lnTo>
                  <a:pt x="1062723" y="0"/>
                </a:lnTo>
                <a:lnTo>
                  <a:pt x="1062723" y="1248926"/>
                </a:lnTo>
                <a:lnTo>
                  <a:pt x="0" y="12489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60345" y="80522"/>
            <a:ext cx="1062723" cy="1248926"/>
          </a:xfrm>
          <a:custGeom>
            <a:avLst/>
            <a:gdLst/>
            <a:ahLst/>
            <a:cxnLst/>
            <a:rect r="r" b="b" t="t" l="l"/>
            <a:pathLst>
              <a:path h="1248926" w="1062723">
                <a:moveTo>
                  <a:pt x="0" y="0"/>
                </a:moveTo>
                <a:lnTo>
                  <a:pt x="1062723" y="0"/>
                </a:lnTo>
                <a:lnTo>
                  <a:pt x="1062723" y="1248926"/>
                </a:lnTo>
                <a:lnTo>
                  <a:pt x="0" y="12489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DAGPVpO3LBE</dc:identifier>
  <dcterms:modified xsi:type="dcterms:W3CDTF">2011-08-01T06:04:30Z</dcterms:modified>
  <cp:revision>1</cp:revision>
  <dc:title>Green Minimalist Login Page Delivery Mobile APP </dc:title>
</cp:coreProperties>
</file>