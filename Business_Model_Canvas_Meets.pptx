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BUSINESS MODEL CANVAS</a:t>
            </a:r>
          </a:p>
          <a:p>
            <a:r>
              <a:t>Meets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Plataforma Social Centralizada para Comunidades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Modelo de Negócios - Bloco 1: Parceiros, Atividades e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KEY PARTNERS</a:t>
            </a:r>
          </a:p>
          <a:p>
            <a:pPr>
              <a:defRPr sz="1100"/>
            </a:pPr>
            <a:r>
              <a:t>• Comunidades/Instituições</a:t>
            </a:r>
          </a:p>
          <a:p>
            <a:pPr>
              <a:defRPr sz="1100"/>
            </a:pPr>
            <a:r>
              <a:t>• Moderadores voluntários</a:t>
            </a:r>
          </a:p>
          <a:p>
            <a:pPr>
              <a:defRPr sz="1100"/>
            </a:pPr>
            <a:r>
              <a:t>• Provedores de cloud (AWS)</a:t>
            </a:r>
          </a:p>
          <a:p>
            <a:pPr>
              <a:defRPr sz="1100"/>
            </a:pPr>
            <a:r>
              <a:t>• Sistemas de pagamento</a:t>
            </a:r>
          </a:p>
          <a:p>
            <a:pPr>
              <a:defRPr sz="1100"/>
            </a:pPr>
            <a:r>
              <a:t>• Parceiros de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7315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KEY ACTIVITIES</a:t>
            </a:r>
          </a:p>
          <a:p>
            <a:pPr>
              <a:defRPr sz="1100"/>
            </a:pPr>
            <a:r>
              <a:t>• Desenvolvimento plataforma</a:t>
            </a:r>
          </a:p>
          <a:p>
            <a:pPr>
              <a:defRPr sz="1100"/>
            </a:pPr>
            <a:r>
              <a:t>• Moderação de conteúdo</a:t>
            </a:r>
          </a:p>
          <a:p>
            <a:pPr>
              <a:defRPr sz="1100"/>
            </a:pPr>
            <a:r>
              <a:t>• Gerenciamento de eventos</a:t>
            </a:r>
          </a:p>
          <a:p>
            <a:pPr>
              <a:defRPr sz="1100"/>
            </a:pPr>
            <a:r>
              <a:t>• Suporte ao usuário</a:t>
            </a:r>
          </a:p>
          <a:p>
            <a:pPr>
              <a:defRPr sz="1100"/>
            </a:pPr>
            <a:r>
              <a:t>•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7315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CUSTOMER SEGMENTS</a:t>
            </a:r>
          </a:p>
          <a:p>
            <a:pPr>
              <a:defRPr sz="1100"/>
            </a:pPr>
            <a:r>
              <a:t>• Usuários padrão</a:t>
            </a:r>
          </a:p>
          <a:p>
            <a:pPr>
              <a:defRPr sz="1100"/>
            </a:pPr>
            <a:r>
              <a:t>• Moderadores</a:t>
            </a:r>
          </a:p>
          <a:p>
            <a:pPr>
              <a:defRPr sz="1100"/>
            </a:pPr>
            <a:r>
              <a:t>• Administradores</a:t>
            </a:r>
          </a:p>
          <a:p>
            <a:pPr>
              <a:defRPr sz="1100"/>
            </a:pPr>
            <a:r>
              <a:t>• Organizadores de eventos</a:t>
            </a:r>
          </a:p>
          <a:p>
            <a:pPr>
              <a:defRPr sz="1100"/>
            </a:pPr>
            <a:r>
              <a:t>• Comunidades inteiras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Modelo de Negócios - Bloco 2: Proposta, Canais e Receita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VALUE PROPOSITION</a:t>
            </a:r>
          </a:p>
          <a:p>
            <a:pPr>
              <a:defRPr sz="1000"/>
            </a:pPr>
            <a:r>
              <a:t>• Centralização de eventos</a:t>
            </a:r>
          </a:p>
          <a:p>
            <a:pPr>
              <a:defRPr sz="1000"/>
            </a:pPr>
            <a:r>
              <a:t>• Rede social integrada</a:t>
            </a:r>
          </a:p>
          <a:p>
            <a:pPr>
              <a:defRPr sz="1000"/>
            </a:pPr>
            <a:r>
              <a:t>• Sistema de reputação</a:t>
            </a:r>
          </a:p>
          <a:p>
            <a:pPr>
              <a:defRPr sz="1000"/>
            </a:pPr>
            <a:r>
              <a:t>• Facilita networking</a:t>
            </a:r>
          </a:p>
          <a:p>
            <a:pPr>
              <a:defRPr sz="1000"/>
            </a:pPr>
            <a:r>
              <a:t>• Comunidade conectada</a:t>
            </a:r>
          </a:p>
          <a:p>
            <a:pPr>
              <a:defRPr sz="1000"/>
            </a:pPr>
            <a:r>
              <a:t>• Acesso mobile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731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CUSTOMER RELATIONSHIPS</a:t>
            </a:r>
          </a:p>
          <a:p>
            <a:pPr>
              <a:defRPr sz="1000"/>
            </a:pPr>
            <a:r>
              <a:t>• Comunidade ativa</a:t>
            </a:r>
          </a:p>
          <a:p>
            <a:pPr>
              <a:defRPr sz="1000"/>
            </a:pPr>
            <a:r>
              <a:t>• Suporte responsivo</a:t>
            </a:r>
          </a:p>
          <a:p>
            <a:pPr>
              <a:defRPr sz="1000"/>
            </a:pPr>
            <a:r>
              <a:t>• Moderação justa</a:t>
            </a:r>
          </a:p>
          <a:p>
            <a:pPr>
              <a:defRPr sz="1000"/>
            </a:pPr>
            <a:r>
              <a:t>• Feedback contínuo</a:t>
            </a:r>
          </a:p>
          <a:p>
            <a:pPr>
              <a:defRPr sz="1000"/>
            </a:pPr>
            <a:r>
              <a:t>• Transparência</a:t>
            </a:r>
          </a:p>
          <a:p>
            <a:pPr>
              <a:defRPr sz="1000"/>
            </a:pPr>
            <a:r>
              <a:t>• Autoatendimento (FAQ)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7315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CHANNELS</a:t>
            </a:r>
          </a:p>
          <a:p>
            <a:pPr>
              <a:defRPr sz="1000"/>
            </a:pPr>
            <a:r>
              <a:t>• App Mobile</a:t>
            </a:r>
          </a:p>
          <a:p>
            <a:pPr>
              <a:defRPr sz="1000"/>
            </a:pPr>
            <a:r>
              <a:t>• Web Responsivo</a:t>
            </a:r>
          </a:p>
          <a:p>
            <a:pPr>
              <a:defRPr sz="1000"/>
            </a:pPr>
            <a:r>
              <a:t>• Email/Notificações</a:t>
            </a:r>
          </a:p>
          <a:p>
            <a:pPr>
              <a:defRPr sz="1000"/>
            </a:pPr>
            <a:r>
              <a:t>• Push Notifications</a:t>
            </a:r>
          </a:p>
          <a:p>
            <a:pPr>
              <a:defRPr sz="1000"/>
            </a:pPr>
            <a:r>
              <a:t>• Comunidades</a:t>
            </a:r>
          </a:p>
          <a:p>
            <a:pPr>
              <a:defRPr sz="1000"/>
            </a:pPr>
            <a:r>
              <a:t>• Redes Socaris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Modelo de Negócios - Bloco 3: Recursos, Custos e Receitas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KEY RESOURCES</a:t>
            </a:r>
          </a:p>
          <a:p>
            <a:pPr>
              <a:defRPr sz="1100"/>
            </a:pPr>
            <a:r>
              <a:t>• Equipe desenvolvimento</a:t>
            </a:r>
          </a:p>
          <a:p>
            <a:pPr>
              <a:defRPr sz="1100"/>
            </a:pPr>
            <a:r>
              <a:t>• Servidores/Cloud</a:t>
            </a:r>
          </a:p>
          <a:p>
            <a:pPr>
              <a:defRPr sz="1100"/>
            </a:pPr>
            <a:r>
              <a:t>• Banco de dados</a:t>
            </a:r>
          </a:p>
          <a:p>
            <a:pPr>
              <a:defRPr sz="1100"/>
            </a:pPr>
            <a:r>
              <a:t>• APIs e integrações</a:t>
            </a:r>
          </a:p>
          <a:p>
            <a:pPr>
              <a:defRPr sz="1100"/>
            </a:pPr>
            <a:r>
              <a:t>• Certificados SSL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7315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REVENUE STREAMS</a:t>
            </a:r>
          </a:p>
          <a:p>
            <a:pPr>
              <a:defRPr sz="1100"/>
            </a:pPr>
            <a:r>
              <a:t>• Freemium (modelo base)</a:t>
            </a:r>
          </a:p>
          <a:p>
            <a:pPr>
              <a:defRPr sz="1100"/>
            </a:pPr>
            <a:r>
              <a:t>• Publicidade direcionada</a:t>
            </a:r>
          </a:p>
          <a:p>
            <a:pPr>
              <a:defRPr sz="1100"/>
            </a:pPr>
            <a:r>
              <a:t>• Eventos premium</a:t>
            </a:r>
          </a:p>
          <a:p>
            <a:pPr>
              <a:defRPr sz="1100"/>
            </a:pPr>
            <a:r>
              <a:t>• Planos corporativos</a:t>
            </a:r>
          </a:p>
          <a:p>
            <a:pPr>
              <a:defRPr sz="1100"/>
            </a:pPr>
            <a:r>
              <a:t>• Integração de parceiros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7315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COST STRUCTURE</a:t>
            </a:r>
          </a:p>
          <a:p>
            <a:pPr>
              <a:defRPr sz="1100"/>
            </a:pPr>
            <a:r>
              <a:t>• Infraestrutura cloud</a:t>
            </a:r>
          </a:p>
          <a:p>
            <a:pPr>
              <a:defRPr sz="1100"/>
            </a:pPr>
            <a:r>
              <a:t>• Pessoal (dev/ops)</a:t>
            </a:r>
          </a:p>
          <a:p>
            <a:pPr>
              <a:defRPr sz="1100"/>
            </a:pPr>
            <a:r>
              <a:t>• Certificados/segurança</a:t>
            </a:r>
          </a:p>
          <a:p>
            <a:pPr>
              <a:defRPr sz="1100"/>
            </a:pPr>
            <a:r>
              <a:t>• Suporte técnico</a:t>
            </a:r>
          </a:p>
          <a:p>
            <a:pPr>
              <a:defRPr sz="1100"/>
            </a:pPr>
            <a:r>
              <a:t>•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